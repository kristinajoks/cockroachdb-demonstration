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18"/>
  </p:notesMasterIdLst>
  <p:handoutMasterIdLst>
    <p:handoutMasterId r:id="rId19"/>
  </p:handoutMasterIdLst>
  <p:sldIdLst>
    <p:sldId id="296" r:id="rId5"/>
    <p:sldId id="297" r:id="rId6"/>
    <p:sldId id="286" r:id="rId7"/>
    <p:sldId id="261" r:id="rId8"/>
    <p:sldId id="285" r:id="rId9"/>
    <p:sldId id="263" r:id="rId10"/>
    <p:sldId id="265" r:id="rId11"/>
    <p:sldId id="262" r:id="rId12"/>
    <p:sldId id="278" r:id="rId13"/>
    <p:sldId id="267" r:id="rId14"/>
    <p:sldId id="279" r:id="rId15"/>
    <p:sldId id="280" r:id="rId16"/>
    <p:sldId id="287"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C567A"/>
    <a:srgbClr val="0D1D51"/>
    <a:srgbClr val="0072C7"/>
    <a:srgbClr val="66666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0E3FDE45-AF77-4B5C-9715-49D594BDF05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306799F8-075E-4A3A-A7F6-7FBC6576F1A4}" styleName="Themed Style 2 - Acc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87887" autoAdjust="0"/>
  </p:normalViewPr>
  <p:slideViewPr>
    <p:cSldViewPr snapToGrid="0" showGuides="1">
      <p:cViewPr varScale="1">
        <p:scale>
          <a:sx n="74" d="100"/>
          <a:sy n="74" d="100"/>
        </p:scale>
        <p:origin x="340" y="56"/>
      </p:cViewPr>
      <p:guideLst>
        <p:guide orient="horz" pos="2160"/>
        <p:guide pos="3840"/>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p:scale>
          <a:sx n="100" d="100"/>
          <a:sy n="100" d="100"/>
        </p:scale>
        <p:origin x="1560" y="-146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66480AC-C0DE-4E5E-9ECD-9AE37E3FCB79}" type="doc">
      <dgm:prSet loTypeId="urn:microsoft.com/office/officeart/2016/7/layout/BasicTimeline" loCatId="timeline" qsTypeId="urn:microsoft.com/office/officeart/2005/8/quickstyle/simple5" qsCatId="simple" csTypeId="urn:microsoft.com/office/officeart/2005/8/colors/accent1_2" csCatId="accent1" phldr="1"/>
      <dgm:spPr/>
      <dgm:t>
        <a:bodyPr/>
        <a:lstStyle/>
        <a:p>
          <a:endParaRPr lang="en-US"/>
        </a:p>
      </dgm:t>
    </dgm:pt>
    <dgm:pt modelId="{A8C03FBB-4A75-4460-AEA6-DEAEB9C61496}">
      <dgm:prSet phldrT="[Text]" phldr="0"/>
      <dgm:spPr/>
      <dgm:t>
        <a:bodyPr/>
        <a:lstStyle/>
        <a:p>
          <a:pPr>
            <a:defRPr b="1"/>
          </a:pPr>
          <a:r>
            <a:rPr lang="en-US" dirty="0">
              <a:solidFill>
                <a:schemeClr val="accent2">
                  <a:lumMod val="25000"/>
                </a:schemeClr>
              </a:solidFill>
              <a:latin typeface="+mn-lt"/>
            </a:rPr>
            <a:t>Q3</a:t>
          </a:r>
        </a:p>
      </dgm:t>
    </dgm:pt>
    <dgm:pt modelId="{4E972F7F-4B1B-47AA-A25B-1FFC561F1C76}" type="parTrans" cxnId="{D3D81948-D963-4D1E-AE16-9705EAF510FC}">
      <dgm:prSet/>
      <dgm:spPr/>
      <dgm:t>
        <a:bodyPr/>
        <a:lstStyle/>
        <a:p>
          <a:endParaRPr lang="en-US">
            <a:latin typeface="+mn-lt"/>
          </a:endParaRPr>
        </a:p>
      </dgm:t>
    </dgm:pt>
    <dgm:pt modelId="{67361508-930A-4A23-8CFC-BB56DA645C3C}" type="sibTrans" cxnId="{D3D81948-D963-4D1E-AE16-9705EAF510FC}">
      <dgm:prSet/>
      <dgm:spPr/>
      <dgm:t>
        <a:bodyPr/>
        <a:lstStyle/>
        <a:p>
          <a:endParaRPr lang="en-US">
            <a:latin typeface="+mn-lt"/>
          </a:endParaRPr>
        </a:p>
      </dgm:t>
    </dgm:pt>
    <dgm:pt modelId="{5E71F362-34DF-4EEC-92A3-0EFE450E05E4}">
      <dgm:prSet phldrT="[Text]" phldr="0" custT="1"/>
      <dgm:spPr>
        <a:solidFill>
          <a:schemeClr val="accent3">
            <a:alpha val="90000"/>
          </a:schemeClr>
        </a:solidFill>
      </dgm:spPr>
      <dgm:t>
        <a:bodyPr/>
        <a:lstStyle/>
        <a:p>
          <a:pPr algn="ctr"/>
          <a:r>
            <a:rPr lang="en-US" sz="1800" dirty="0">
              <a:solidFill>
                <a:schemeClr val="accent2">
                  <a:lumMod val="25000"/>
                </a:schemeClr>
              </a:solidFill>
              <a:latin typeface="+mn-lt"/>
            </a:rPr>
            <a:t>Market research</a:t>
          </a:r>
        </a:p>
      </dgm:t>
    </dgm:pt>
    <dgm:pt modelId="{8E5EE4D1-908E-455C-B8B3-281AD42DEC9A}" type="parTrans" cxnId="{B99CA6C9-28D1-4DDB-B8EC-AED73AD115CA}">
      <dgm:prSet/>
      <dgm:spPr/>
      <dgm:t>
        <a:bodyPr/>
        <a:lstStyle/>
        <a:p>
          <a:endParaRPr lang="en-US">
            <a:latin typeface="+mn-lt"/>
          </a:endParaRPr>
        </a:p>
      </dgm:t>
    </dgm:pt>
    <dgm:pt modelId="{B208B24A-E9FD-40A9-B764-FB7C2B7ED8B9}" type="sibTrans" cxnId="{B99CA6C9-28D1-4DDB-B8EC-AED73AD115CA}">
      <dgm:prSet/>
      <dgm:spPr/>
      <dgm:t>
        <a:bodyPr/>
        <a:lstStyle/>
        <a:p>
          <a:endParaRPr lang="en-US">
            <a:latin typeface="+mn-lt"/>
          </a:endParaRPr>
        </a:p>
      </dgm:t>
    </dgm:pt>
    <dgm:pt modelId="{91969DED-4CB8-4A14-A50B-3F7B848E46B5}">
      <dgm:prSet phldrT="[Text]" phldr="0"/>
      <dgm:spPr/>
      <dgm:t>
        <a:bodyPr/>
        <a:lstStyle/>
        <a:p>
          <a:pPr>
            <a:defRPr b="1"/>
          </a:pPr>
          <a:r>
            <a:rPr lang="en-US" dirty="0">
              <a:solidFill>
                <a:schemeClr val="accent2">
                  <a:lumMod val="25000"/>
                </a:schemeClr>
              </a:solidFill>
              <a:latin typeface="+mn-lt"/>
            </a:rPr>
            <a:t>Q4</a:t>
          </a:r>
        </a:p>
      </dgm:t>
    </dgm:pt>
    <dgm:pt modelId="{441CD73D-85E1-42A6-BCF8-362A3247E2F3}" type="parTrans" cxnId="{537F2ED0-8BD0-4AD5-B60D-89B660EDA1AC}">
      <dgm:prSet/>
      <dgm:spPr/>
      <dgm:t>
        <a:bodyPr/>
        <a:lstStyle/>
        <a:p>
          <a:endParaRPr lang="en-US">
            <a:latin typeface="+mn-lt"/>
          </a:endParaRPr>
        </a:p>
      </dgm:t>
    </dgm:pt>
    <dgm:pt modelId="{81CA8AA2-C0C3-4381-BA8B-413EDD578B83}" type="sibTrans" cxnId="{537F2ED0-8BD0-4AD5-B60D-89B660EDA1AC}">
      <dgm:prSet/>
      <dgm:spPr/>
      <dgm:t>
        <a:bodyPr/>
        <a:lstStyle/>
        <a:p>
          <a:endParaRPr lang="en-US">
            <a:latin typeface="+mn-lt"/>
          </a:endParaRPr>
        </a:p>
      </dgm:t>
    </dgm:pt>
    <dgm:pt modelId="{8A04F340-E8E1-4146-9905-E7ADCAEAABD7}">
      <dgm:prSet phldrT="[Text]" phldr="0" custT="1"/>
      <dgm:spPr>
        <a:solidFill>
          <a:schemeClr val="accent3">
            <a:alpha val="90000"/>
          </a:schemeClr>
        </a:solidFill>
      </dgm:spPr>
      <dgm:t>
        <a:bodyPr/>
        <a:lstStyle/>
        <a:p>
          <a:pPr algn="ctr"/>
          <a:r>
            <a:rPr lang="en-US" sz="1800" dirty="0">
              <a:solidFill>
                <a:schemeClr val="accent2">
                  <a:lumMod val="25000"/>
                </a:schemeClr>
              </a:solidFill>
              <a:latin typeface="+mn-lt"/>
            </a:rPr>
            <a:t>Product development</a:t>
          </a:r>
        </a:p>
      </dgm:t>
    </dgm:pt>
    <dgm:pt modelId="{4EBD5EC2-45ED-4ED6-8376-97D155A911AE}" type="parTrans" cxnId="{E636BFFB-0404-4D4B-B3F0-C64FDFD9DDEF}">
      <dgm:prSet/>
      <dgm:spPr/>
      <dgm:t>
        <a:bodyPr/>
        <a:lstStyle/>
        <a:p>
          <a:endParaRPr lang="en-US">
            <a:latin typeface="+mn-lt"/>
          </a:endParaRPr>
        </a:p>
      </dgm:t>
    </dgm:pt>
    <dgm:pt modelId="{F9CD2A04-6A34-4104-A971-391788B88F55}" type="sibTrans" cxnId="{E636BFFB-0404-4D4B-B3F0-C64FDFD9DDEF}">
      <dgm:prSet/>
      <dgm:spPr/>
      <dgm:t>
        <a:bodyPr/>
        <a:lstStyle/>
        <a:p>
          <a:endParaRPr lang="en-US">
            <a:latin typeface="+mn-lt"/>
          </a:endParaRPr>
        </a:p>
      </dgm:t>
    </dgm:pt>
    <dgm:pt modelId="{3CC73758-10C1-47F8-AFA7-1A986D4DDD60}">
      <dgm:prSet phldrT="[Text]" phldr="0"/>
      <dgm:spPr/>
      <dgm:t>
        <a:bodyPr/>
        <a:lstStyle/>
        <a:p>
          <a:pPr>
            <a:defRPr b="1"/>
          </a:pPr>
          <a:r>
            <a:rPr lang="en-US" dirty="0">
              <a:solidFill>
                <a:schemeClr val="accent2">
                  <a:lumMod val="25000"/>
                </a:schemeClr>
              </a:solidFill>
              <a:latin typeface="+mn-lt"/>
            </a:rPr>
            <a:t>Q1</a:t>
          </a:r>
        </a:p>
      </dgm:t>
    </dgm:pt>
    <dgm:pt modelId="{FF6AE4B6-4A2F-49EE-9316-9AF55E77838B}" type="parTrans" cxnId="{4A69F85D-5C15-48FD-893A-B3050E1BADEB}">
      <dgm:prSet/>
      <dgm:spPr/>
      <dgm:t>
        <a:bodyPr/>
        <a:lstStyle/>
        <a:p>
          <a:endParaRPr lang="en-US">
            <a:latin typeface="+mn-lt"/>
          </a:endParaRPr>
        </a:p>
      </dgm:t>
    </dgm:pt>
    <dgm:pt modelId="{D8170BBA-6035-4773-8431-FEDD687647FF}" type="sibTrans" cxnId="{4A69F85D-5C15-48FD-893A-B3050E1BADEB}">
      <dgm:prSet/>
      <dgm:spPr/>
      <dgm:t>
        <a:bodyPr/>
        <a:lstStyle/>
        <a:p>
          <a:endParaRPr lang="en-US">
            <a:latin typeface="+mn-lt"/>
          </a:endParaRPr>
        </a:p>
      </dgm:t>
    </dgm:pt>
    <dgm:pt modelId="{FD9CA14A-483C-4869-B0C1-7C5FB7EEDBCC}">
      <dgm:prSet phldrT="[Text]" phldr="0" custT="1"/>
      <dgm:spPr>
        <a:solidFill>
          <a:schemeClr val="accent3">
            <a:alpha val="90000"/>
          </a:schemeClr>
        </a:solidFill>
      </dgm:spPr>
      <dgm:t>
        <a:bodyPr/>
        <a:lstStyle/>
        <a:p>
          <a:pPr algn="ctr"/>
          <a:r>
            <a:rPr lang="en-US" sz="1800" dirty="0">
              <a:solidFill>
                <a:schemeClr val="accent2">
                  <a:lumMod val="25000"/>
                </a:schemeClr>
              </a:solidFill>
              <a:latin typeface="+mn-lt"/>
            </a:rPr>
            <a:t> User testing</a:t>
          </a:r>
        </a:p>
      </dgm:t>
    </dgm:pt>
    <dgm:pt modelId="{8182A92F-45BA-4CD1-8E43-0B0810A50FEB}" type="parTrans" cxnId="{5EDA943F-300F-408A-A52E-3D5140FD5C22}">
      <dgm:prSet/>
      <dgm:spPr/>
      <dgm:t>
        <a:bodyPr/>
        <a:lstStyle/>
        <a:p>
          <a:endParaRPr lang="en-US">
            <a:latin typeface="+mn-lt"/>
          </a:endParaRPr>
        </a:p>
      </dgm:t>
    </dgm:pt>
    <dgm:pt modelId="{914BB93C-EA8A-4B5B-8F06-30DA7C7F4B7B}" type="sibTrans" cxnId="{5EDA943F-300F-408A-A52E-3D5140FD5C22}">
      <dgm:prSet/>
      <dgm:spPr/>
      <dgm:t>
        <a:bodyPr/>
        <a:lstStyle/>
        <a:p>
          <a:endParaRPr lang="en-US">
            <a:latin typeface="+mn-lt"/>
          </a:endParaRPr>
        </a:p>
      </dgm:t>
    </dgm:pt>
    <dgm:pt modelId="{D2FE027B-4161-41E1-B4D4-02AECB2E3FA0}">
      <dgm:prSet phldrT="[Text]" phldr="0"/>
      <dgm:spPr/>
      <dgm:t>
        <a:bodyPr/>
        <a:lstStyle/>
        <a:p>
          <a:pPr>
            <a:defRPr b="1"/>
          </a:pPr>
          <a:r>
            <a:rPr lang="en-US" dirty="0">
              <a:solidFill>
                <a:schemeClr val="accent2">
                  <a:lumMod val="25000"/>
                </a:schemeClr>
              </a:solidFill>
              <a:latin typeface="+mn-lt"/>
            </a:rPr>
            <a:t>Q2</a:t>
          </a:r>
        </a:p>
      </dgm:t>
    </dgm:pt>
    <dgm:pt modelId="{88680CFE-3CE0-4842-B3D3-716D3B671238}" type="parTrans" cxnId="{4F4F82A2-02F1-492B-96C1-46C070BEFCE3}">
      <dgm:prSet/>
      <dgm:spPr/>
      <dgm:t>
        <a:bodyPr/>
        <a:lstStyle/>
        <a:p>
          <a:endParaRPr lang="en-US">
            <a:latin typeface="+mn-lt"/>
          </a:endParaRPr>
        </a:p>
      </dgm:t>
    </dgm:pt>
    <dgm:pt modelId="{4D59E06B-629C-40B5-96D3-423B7A56C945}" type="sibTrans" cxnId="{4F4F82A2-02F1-492B-96C1-46C070BEFCE3}">
      <dgm:prSet/>
      <dgm:spPr/>
      <dgm:t>
        <a:bodyPr/>
        <a:lstStyle/>
        <a:p>
          <a:endParaRPr lang="en-US">
            <a:latin typeface="+mn-lt"/>
          </a:endParaRPr>
        </a:p>
      </dgm:t>
    </dgm:pt>
    <dgm:pt modelId="{2BE415B7-7185-4956-8487-237B40BC0EE5}">
      <dgm:prSet phldrT="[Text]" phldr="0" custT="1"/>
      <dgm:spPr>
        <a:solidFill>
          <a:schemeClr val="accent3">
            <a:alpha val="90000"/>
          </a:schemeClr>
        </a:solidFill>
      </dgm:spPr>
      <dgm:t>
        <a:bodyPr/>
        <a:lstStyle/>
        <a:p>
          <a:pPr algn="ctr"/>
          <a:r>
            <a:rPr lang="en-US" sz="1800" dirty="0">
              <a:solidFill>
                <a:schemeClr val="accent2">
                  <a:lumMod val="25000"/>
                </a:schemeClr>
              </a:solidFill>
              <a:latin typeface="+mn-lt"/>
            </a:rPr>
            <a:t>Product launch</a:t>
          </a:r>
        </a:p>
      </dgm:t>
    </dgm:pt>
    <dgm:pt modelId="{A38E847E-0D1D-4F40-9A71-4D5999ADE08B}" type="parTrans" cxnId="{CB32A309-9CA9-4554-941D-519A91A9E733}">
      <dgm:prSet/>
      <dgm:spPr/>
      <dgm:t>
        <a:bodyPr/>
        <a:lstStyle/>
        <a:p>
          <a:endParaRPr lang="en-US">
            <a:latin typeface="+mn-lt"/>
          </a:endParaRPr>
        </a:p>
      </dgm:t>
    </dgm:pt>
    <dgm:pt modelId="{F0D1C61C-E3F2-49BA-A2D8-C04A81308E5D}" type="sibTrans" cxnId="{CB32A309-9CA9-4554-941D-519A91A9E733}">
      <dgm:prSet/>
      <dgm:spPr/>
      <dgm:t>
        <a:bodyPr/>
        <a:lstStyle/>
        <a:p>
          <a:endParaRPr lang="en-US">
            <a:latin typeface="+mn-lt"/>
          </a:endParaRPr>
        </a:p>
      </dgm:t>
    </dgm:pt>
    <dgm:pt modelId="{9FFA803F-EA25-49D8-A073-96E9747E345F}" type="pres">
      <dgm:prSet presAssocID="{A66480AC-C0DE-4E5E-9ECD-9AE37E3FCB79}" presName="root" presStyleCnt="0">
        <dgm:presLayoutVars>
          <dgm:chMax/>
          <dgm:chPref/>
          <dgm:animLvl val="lvl"/>
        </dgm:presLayoutVars>
      </dgm:prSet>
      <dgm:spPr/>
    </dgm:pt>
    <dgm:pt modelId="{EE0E6265-BE99-48D1-8879-DB5A75D6D78E}" type="pres">
      <dgm:prSet presAssocID="{A66480AC-C0DE-4E5E-9ECD-9AE37E3FCB79}" presName="divider" presStyleLbl="fgAccFollowNode1" presStyleIdx="0" presStyleCnt="1"/>
      <dgm:spPr>
        <a:solidFill>
          <a:schemeClr val="accent1">
            <a:alpha val="90000"/>
            <a:tint val="40000"/>
            <a:hueOff val="0"/>
            <a:satOff val="0"/>
            <a:lumOff val="0"/>
            <a:alphaOff val="0"/>
          </a:schemeClr>
        </a:solidFill>
        <a:ln w="6350" cap="flat" cmpd="sng" algn="ctr">
          <a:solidFill>
            <a:schemeClr val="accent1">
              <a:alpha val="90000"/>
              <a:tint val="40000"/>
              <a:hueOff val="0"/>
              <a:satOff val="0"/>
              <a:lumOff val="0"/>
              <a:alphaOff val="0"/>
            </a:schemeClr>
          </a:solidFill>
          <a:prstDash val="solid"/>
          <a:miter lim="800000"/>
          <a:tailEnd type="triangle" w="lg" len="lg"/>
        </a:ln>
        <a:effectLst/>
      </dgm:spPr>
    </dgm:pt>
    <dgm:pt modelId="{BDA8F949-88B8-486D-9E41-ABA1463A8926}" type="pres">
      <dgm:prSet presAssocID="{A66480AC-C0DE-4E5E-9ECD-9AE37E3FCB79}" presName="nodes" presStyleCnt="0">
        <dgm:presLayoutVars>
          <dgm:chMax/>
          <dgm:chPref/>
          <dgm:animLvl val="lvl"/>
        </dgm:presLayoutVars>
      </dgm:prSet>
      <dgm:spPr/>
    </dgm:pt>
    <dgm:pt modelId="{A41AEE8D-8763-4311-BB07-B499A93D76EA}" type="pres">
      <dgm:prSet presAssocID="{A8C03FBB-4A75-4460-AEA6-DEAEB9C61496}" presName="composite" presStyleCnt="0"/>
      <dgm:spPr/>
    </dgm:pt>
    <dgm:pt modelId="{FE5C7F33-9326-49FB-89A3-8A20163AD994}" type="pres">
      <dgm:prSet presAssocID="{A8C03FBB-4A75-4460-AEA6-DEAEB9C61496}" presName="L1TextContainer" presStyleLbl="revTx" presStyleIdx="0" presStyleCnt="4">
        <dgm:presLayoutVars>
          <dgm:chMax val="1"/>
          <dgm:chPref val="1"/>
          <dgm:bulletEnabled val="1"/>
        </dgm:presLayoutVars>
      </dgm:prSet>
      <dgm:spPr/>
    </dgm:pt>
    <dgm:pt modelId="{C51067AB-548D-47E7-B9DD-C7A4C9600F8C}" type="pres">
      <dgm:prSet presAssocID="{A8C03FBB-4A75-4460-AEA6-DEAEB9C61496}" presName="L2TextContainerWrapper" presStyleCnt="0">
        <dgm:presLayoutVars>
          <dgm:chMax val="0"/>
          <dgm:chPref val="0"/>
          <dgm:bulletEnabled val="1"/>
        </dgm:presLayoutVars>
      </dgm:prSet>
      <dgm:spPr/>
    </dgm:pt>
    <dgm:pt modelId="{BA29120C-7C6B-4F62-9079-4AD528BC0744}" type="pres">
      <dgm:prSet presAssocID="{A8C03FBB-4A75-4460-AEA6-DEAEB9C61496}" presName="L2TextContainer" presStyleLbl="bgAcc1" presStyleIdx="0" presStyleCnt="4"/>
      <dgm:spPr/>
    </dgm:pt>
    <dgm:pt modelId="{617B6CDA-9351-44EF-9011-41758FE93851}" type="pres">
      <dgm:prSet presAssocID="{A8C03FBB-4A75-4460-AEA6-DEAEB9C61496}" presName="FlexibleEmptyPlaceHolder" presStyleCnt="0"/>
      <dgm:spPr/>
    </dgm:pt>
    <dgm:pt modelId="{A95DB80B-444A-4D69-B205-3A801BB8524A}" type="pres">
      <dgm:prSet presAssocID="{A8C03FBB-4A75-4460-AEA6-DEAEB9C61496}" presName="ConnectLine" presStyleLbl="sibTrans1D1" presStyleIdx="0" presStyleCnt="4"/>
      <dgm:spPr>
        <a:noFill/>
        <a:ln w="6350" cap="flat" cmpd="sng" algn="ctr">
          <a:solidFill>
            <a:schemeClr val="accent1">
              <a:hueOff val="0"/>
              <a:satOff val="0"/>
              <a:lumOff val="0"/>
              <a:alphaOff val="0"/>
            </a:schemeClr>
          </a:solidFill>
          <a:prstDash val="dash"/>
          <a:miter lim="800000"/>
        </a:ln>
        <a:effectLst/>
      </dgm:spPr>
    </dgm:pt>
    <dgm:pt modelId="{FA19A0AA-8B0B-4AA8-A80D-08CFFDD3F112}" type="pres">
      <dgm:prSet presAssocID="{A8C03FBB-4A75-4460-AEA6-DEAEB9C61496}" presName="ConnectorPoint" presStyleLbl="alignNode1" presStyleIdx="0" presStyleCnt="4"/>
      <dgm:spPr/>
    </dgm:pt>
    <dgm:pt modelId="{C298CC98-EF08-4D23-94A2-F58DEE6D7DE4}" type="pres">
      <dgm:prSet presAssocID="{A8C03FBB-4A75-4460-AEA6-DEAEB9C61496}" presName="EmptyPlaceHolder" presStyleCnt="0"/>
      <dgm:spPr/>
    </dgm:pt>
    <dgm:pt modelId="{F3D981F8-7433-4E93-99E6-2B447306B973}" type="pres">
      <dgm:prSet presAssocID="{67361508-930A-4A23-8CFC-BB56DA645C3C}" presName="spaceBetweenRectangles" presStyleCnt="0"/>
      <dgm:spPr/>
    </dgm:pt>
    <dgm:pt modelId="{7D29DFA7-018B-45C9-AC1C-5CFC82FEE150}" type="pres">
      <dgm:prSet presAssocID="{91969DED-4CB8-4A14-A50B-3F7B848E46B5}" presName="composite" presStyleCnt="0"/>
      <dgm:spPr/>
    </dgm:pt>
    <dgm:pt modelId="{60D0713D-AF69-4AF8-B071-F65622790886}" type="pres">
      <dgm:prSet presAssocID="{91969DED-4CB8-4A14-A50B-3F7B848E46B5}" presName="L1TextContainer" presStyleLbl="revTx" presStyleIdx="1" presStyleCnt="4">
        <dgm:presLayoutVars>
          <dgm:chMax val="1"/>
          <dgm:chPref val="1"/>
          <dgm:bulletEnabled val="1"/>
        </dgm:presLayoutVars>
      </dgm:prSet>
      <dgm:spPr/>
    </dgm:pt>
    <dgm:pt modelId="{5DAA1547-FEA7-4F69-96D3-0E3A07601B1E}" type="pres">
      <dgm:prSet presAssocID="{91969DED-4CB8-4A14-A50B-3F7B848E46B5}" presName="L2TextContainerWrapper" presStyleCnt="0">
        <dgm:presLayoutVars>
          <dgm:chMax val="0"/>
          <dgm:chPref val="0"/>
          <dgm:bulletEnabled val="1"/>
        </dgm:presLayoutVars>
      </dgm:prSet>
      <dgm:spPr/>
    </dgm:pt>
    <dgm:pt modelId="{DADAA0C9-3E42-4088-8622-30E9F6EA139A}" type="pres">
      <dgm:prSet presAssocID="{91969DED-4CB8-4A14-A50B-3F7B848E46B5}" presName="L2TextContainer" presStyleLbl="bgAcc1" presStyleIdx="1" presStyleCnt="4"/>
      <dgm:spPr/>
    </dgm:pt>
    <dgm:pt modelId="{D2E61EE0-F306-43AF-AFF9-74A14B9CF379}" type="pres">
      <dgm:prSet presAssocID="{91969DED-4CB8-4A14-A50B-3F7B848E46B5}" presName="FlexibleEmptyPlaceHolder" presStyleCnt="0"/>
      <dgm:spPr/>
    </dgm:pt>
    <dgm:pt modelId="{DBD74D6B-057A-432C-9067-BF618C19EB2A}" type="pres">
      <dgm:prSet presAssocID="{91969DED-4CB8-4A14-A50B-3F7B848E46B5}" presName="ConnectLine" presStyleLbl="sibTrans1D1" presStyleIdx="1" presStyleCnt="4"/>
      <dgm:spPr>
        <a:noFill/>
        <a:ln w="6350" cap="flat" cmpd="sng" algn="ctr">
          <a:solidFill>
            <a:schemeClr val="accent1">
              <a:hueOff val="0"/>
              <a:satOff val="0"/>
              <a:lumOff val="0"/>
              <a:alphaOff val="0"/>
            </a:schemeClr>
          </a:solidFill>
          <a:prstDash val="dash"/>
          <a:miter lim="800000"/>
        </a:ln>
        <a:effectLst/>
      </dgm:spPr>
    </dgm:pt>
    <dgm:pt modelId="{0F979253-FD39-4920-BFCA-78C564B167EA}" type="pres">
      <dgm:prSet presAssocID="{91969DED-4CB8-4A14-A50B-3F7B848E46B5}" presName="ConnectorPoint" presStyleLbl="alignNode1" presStyleIdx="1" presStyleCnt="4"/>
      <dgm:spPr/>
    </dgm:pt>
    <dgm:pt modelId="{C9B4B298-E04C-4317-856D-E345FE5EC64B}" type="pres">
      <dgm:prSet presAssocID="{91969DED-4CB8-4A14-A50B-3F7B848E46B5}" presName="EmptyPlaceHolder" presStyleCnt="0"/>
      <dgm:spPr/>
    </dgm:pt>
    <dgm:pt modelId="{9B636147-AF19-40E0-BE7D-3BE8148CC024}" type="pres">
      <dgm:prSet presAssocID="{81CA8AA2-C0C3-4381-BA8B-413EDD578B83}" presName="spaceBetweenRectangles" presStyleCnt="0"/>
      <dgm:spPr/>
    </dgm:pt>
    <dgm:pt modelId="{76CB18D4-86E2-467C-A2CF-3ED9EFE66BEA}" type="pres">
      <dgm:prSet presAssocID="{3CC73758-10C1-47F8-AFA7-1A986D4DDD60}" presName="composite" presStyleCnt="0"/>
      <dgm:spPr/>
    </dgm:pt>
    <dgm:pt modelId="{E712D073-0B15-4887-9DCE-A27BCACBC178}" type="pres">
      <dgm:prSet presAssocID="{3CC73758-10C1-47F8-AFA7-1A986D4DDD60}" presName="L1TextContainer" presStyleLbl="revTx" presStyleIdx="2" presStyleCnt="4">
        <dgm:presLayoutVars>
          <dgm:chMax val="1"/>
          <dgm:chPref val="1"/>
          <dgm:bulletEnabled val="1"/>
        </dgm:presLayoutVars>
      </dgm:prSet>
      <dgm:spPr/>
    </dgm:pt>
    <dgm:pt modelId="{4C57E835-21E8-44E9-8CE3-1E2D478ECB2B}" type="pres">
      <dgm:prSet presAssocID="{3CC73758-10C1-47F8-AFA7-1A986D4DDD60}" presName="L2TextContainerWrapper" presStyleCnt="0">
        <dgm:presLayoutVars>
          <dgm:chMax val="0"/>
          <dgm:chPref val="0"/>
          <dgm:bulletEnabled val="1"/>
        </dgm:presLayoutVars>
      </dgm:prSet>
      <dgm:spPr/>
    </dgm:pt>
    <dgm:pt modelId="{E0D48281-565D-47A3-9B6C-576231178549}" type="pres">
      <dgm:prSet presAssocID="{3CC73758-10C1-47F8-AFA7-1A986D4DDD60}" presName="L2TextContainer" presStyleLbl="bgAcc1" presStyleIdx="2" presStyleCnt="4"/>
      <dgm:spPr/>
    </dgm:pt>
    <dgm:pt modelId="{E0365E95-CAD6-4660-956D-E490447A5CB4}" type="pres">
      <dgm:prSet presAssocID="{3CC73758-10C1-47F8-AFA7-1A986D4DDD60}" presName="FlexibleEmptyPlaceHolder" presStyleCnt="0"/>
      <dgm:spPr/>
    </dgm:pt>
    <dgm:pt modelId="{DCAE8A46-752C-4E82-84CE-E790E1F2918E}" type="pres">
      <dgm:prSet presAssocID="{3CC73758-10C1-47F8-AFA7-1A986D4DDD60}" presName="ConnectLine" presStyleLbl="sibTrans1D1" presStyleIdx="2" presStyleCnt="4"/>
      <dgm:spPr>
        <a:noFill/>
        <a:ln w="6350" cap="flat" cmpd="sng" algn="ctr">
          <a:solidFill>
            <a:schemeClr val="accent1">
              <a:hueOff val="0"/>
              <a:satOff val="0"/>
              <a:lumOff val="0"/>
              <a:alphaOff val="0"/>
            </a:schemeClr>
          </a:solidFill>
          <a:prstDash val="dash"/>
          <a:miter lim="800000"/>
        </a:ln>
        <a:effectLst/>
      </dgm:spPr>
    </dgm:pt>
    <dgm:pt modelId="{B6459BF8-D2C3-4018-9C28-98667DC203F4}" type="pres">
      <dgm:prSet presAssocID="{3CC73758-10C1-47F8-AFA7-1A986D4DDD60}" presName="ConnectorPoint" presStyleLbl="alignNode1" presStyleIdx="2" presStyleCnt="4"/>
      <dgm:spPr/>
    </dgm:pt>
    <dgm:pt modelId="{EAB0CCC2-BFF9-432D-BA8E-7ECAF2D92AF2}" type="pres">
      <dgm:prSet presAssocID="{3CC73758-10C1-47F8-AFA7-1A986D4DDD60}" presName="EmptyPlaceHolder" presStyleCnt="0"/>
      <dgm:spPr/>
    </dgm:pt>
    <dgm:pt modelId="{07073103-04B7-4C74-9AC8-048764100B10}" type="pres">
      <dgm:prSet presAssocID="{D8170BBA-6035-4773-8431-FEDD687647FF}" presName="spaceBetweenRectangles" presStyleCnt="0"/>
      <dgm:spPr/>
    </dgm:pt>
    <dgm:pt modelId="{C68762A5-E9DF-484F-B385-6C7E07325E98}" type="pres">
      <dgm:prSet presAssocID="{D2FE027B-4161-41E1-B4D4-02AECB2E3FA0}" presName="composite" presStyleCnt="0"/>
      <dgm:spPr/>
    </dgm:pt>
    <dgm:pt modelId="{F782935D-BBBD-4420-826A-F71C517659B6}" type="pres">
      <dgm:prSet presAssocID="{D2FE027B-4161-41E1-B4D4-02AECB2E3FA0}" presName="L1TextContainer" presStyleLbl="revTx" presStyleIdx="3" presStyleCnt="4">
        <dgm:presLayoutVars>
          <dgm:chMax val="1"/>
          <dgm:chPref val="1"/>
          <dgm:bulletEnabled val="1"/>
        </dgm:presLayoutVars>
      </dgm:prSet>
      <dgm:spPr/>
    </dgm:pt>
    <dgm:pt modelId="{3C71E446-482E-4CAC-8D42-2D4AC020412B}" type="pres">
      <dgm:prSet presAssocID="{D2FE027B-4161-41E1-B4D4-02AECB2E3FA0}" presName="L2TextContainerWrapper" presStyleCnt="0">
        <dgm:presLayoutVars>
          <dgm:chMax val="0"/>
          <dgm:chPref val="0"/>
          <dgm:bulletEnabled val="1"/>
        </dgm:presLayoutVars>
      </dgm:prSet>
      <dgm:spPr/>
    </dgm:pt>
    <dgm:pt modelId="{6C3A59BD-6D45-4573-B098-8CB5207F194D}" type="pres">
      <dgm:prSet presAssocID="{D2FE027B-4161-41E1-B4D4-02AECB2E3FA0}" presName="L2TextContainer" presStyleLbl="bgAcc1" presStyleIdx="3" presStyleCnt="4"/>
      <dgm:spPr/>
    </dgm:pt>
    <dgm:pt modelId="{8EB042C8-D666-4667-A1E4-E0C87151B72F}" type="pres">
      <dgm:prSet presAssocID="{D2FE027B-4161-41E1-B4D4-02AECB2E3FA0}" presName="FlexibleEmptyPlaceHolder" presStyleCnt="0"/>
      <dgm:spPr/>
    </dgm:pt>
    <dgm:pt modelId="{086FB9B1-82B2-4197-8B33-6E7FF94F8D2E}" type="pres">
      <dgm:prSet presAssocID="{D2FE027B-4161-41E1-B4D4-02AECB2E3FA0}" presName="ConnectLine" presStyleLbl="sibTrans1D1" presStyleIdx="3" presStyleCnt="4"/>
      <dgm:spPr>
        <a:noFill/>
        <a:ln w="6350" cap="flat" cmpd="sng" algn="ctr">
          <a:solidFill>
            <a:schemeClr val="accent1">
              <a:hueOff val="0"/>
              <a:satOff val="0"/>
              <a:lumOff val="0"/>
              <a:alphaOff val="0"/>
            </a:schemeClr>
          </a:solidFill>
          <a:prstDash val="dash"/>
          <a:miter lim="800000"/>
        </a:ln>
        <a:effectLst/>
      </dgm:spPr>
    </dgm:pt>
    <dgm:pt modelId="{3F359E8B-7C7E-4FD9-B106-36CCBFC731D5}" type="pres">
      <dgm:prSet presAssocID="{D2FE027B-4161-41E1-B4D4-02AECB2E3FA0}" presName="ConnectorPoint" presStyleLbl="alignNode1" presStyleIdx="3" presStyleCnt="4"/>
      <dgm:spPr/>
    </dgm:pt>
    <dgm:pt modelId="{34434334-A935-4057-946F-93B826088F38}" type="pres">
      <dgm:prSet presAssocID="{D2FE027B-4161-41E1-B4D4-02AECB2E3FA0}" presName="EmptyPlaceHolder" presStyleCnt="0"/>
      <dgm:spPr/>
    </dgm:pt>
  </dgm:ptLst>
  <dgm:cxnLst>
    <dgm:cxn modelId="{CB32A309-9CA9-4554-941D-519A91A9E733}" srcId="{D2FE027B-4161-41E1-B4D4-02AECB2E3FA0}" destId="{2BE415B7-7185-4956-8487-237B40BC0EE5}" srcOrd="0" destOrd="0" parTransId="{A38E847E-0D1D-4F40-9A71-4D5999ADE08B}" sibTransId="{F0D1C61C-E3F2-49BA-A2D8-C04A81308E5D}"/>
    <dgm:cxn modelId="{64516513-C9B3-4B52-A434-6178ACAB3599}" type="presOf" srcId="{91969DED-4CB8-4A14-A50B-3F7B848E46B5}" destId="{60D0713D-AF69-4AF8-B071-F65622790886}" srcOrd="0" destOrd="0" presId="urn:microsoft.com/office/officeart/2016/7/layout/BasicTimeline"/>
    <dgm:cxn modelId="{3760A536-08D8-4D45-9A8D-A21E58E17F8A}" type="presOf" srcId="{D2FE027B-4161-41E1-B4D4-02AECB2E3FA0}" destId="{F782935D-BBBD-4420-826A-F71C517659B6}" srcOrd="0" destOrd="0" presId="urn:microsoft.com/office/officeart/2016/7/layout/BasicTimeline"/>
    <dgm:cxn modelId="{5EDA943F-300F-408A-A52E-3D5140FD5C22}" srcId="{3CC73758-10C1-47F8-AFA7-1A986D4DDD60}" destId="{FD9CA14A-483C-4869-B0C1-7C5FB7EEDBCC}" srcOrd="0" destOrd="0" parTransId="{8182A92F-45BA-4CD1-8E43-0B0810A50FEB}" sibTransId="{914BB93C-EA8A-4B5B-8F06-30DA7C7F4B7B}"/>
    <dgm:cxn modelId="{4A69F85D-5C15-48FD-893A-B3050E1BADEB}" srcId="{A66480AC-C0DE-4E5E-9ECD-9AE37E3FCB79}" destId="{3CC73758-10C1-47F8-AFA7-1A986D4DDD60}" srcOrd="2" destOrd="0" parTransId="{FF6AE4B6-4A2F-49EE-9316-9AF55E77838B}" sibTransId="{D8170BBA-6035-4773-8431-FEDD687647FF}"/>
    <dgm:cxn modelId="{D3D81948-D963-4D1E-AE16-9705EAF510FC}" srcId="{A66480AC-C0DE-4E5E-9ECD-9AE37E3FCB79}" destId="{A8C03FBB-4A75-4460-AEA6-DEAEB9C61496}" srcOrd="0" destOrd="0" parTransId="{4E972F7F-4B1B-47AA-A25B-1FFC561F1C76}" sibTransId="{67361508-930A-4A23-8CFC-BB56DA645C3C}"/>
    <dgm:cxn modelId="{41643976-DEF5-44B7-B9E7-888F3AEFC45F}" type="presOf" srcId="{3CC73758-10C1-47F8-AFA7-1A986D4DDD60}" destId="{E712D073-0B15-4887-9DCE-A27BCACBC178}" srcOrd="0" destOrd="0" presId="urn:microsoft.com/office/officeart/2016/7/layout/BasicTimeline"/>
    <dgm:cxn modelId="{2D36C892-88AC-490F-8E33-2C73C0E22FF5}" type="presOf" srcId="{2BE415B7-7185-4956-8487-237B40BC0EE5}" destId="{6C3A59BD-6D45-4573-B098-8CB5207F194D}" srcOrd="0" destOrd="0" presId="urn:microsoft.com/office/officeart/2016/7/layout/BasicTimeline"/>
    <dgm:cxn modelId="{E5C7B693-D4EE-4A4E-97D1-4621CA0D3E91}" type="presOf" srcId="{A8C03FBB-4A75-4460-AEA6-DEAEB9C61496}" destId="{FE5C7F33-9326-49FB-89A3-8A20163AD994}" srcOrd="0" destOrd="0" presId="urn:microsoft.com/office/officeart/2016/7/layout/BasicTimeline"/>
    <dgm:cxn modelId="{4F4F82A2-02F1-492B-96C1-46C070BEFCE3}" srcId="{A66480AC-C0DE-4E5E-9ECD-9AE37E3FCB79}" destId="{D2FE027B-4161-41E1-B4D4-02AECB2E3FA0}" srcOrd="3" destOrd="0" parTransId="{88680CFE-3CE0-4842-B3D3-716D3B671238}" sibTransId="{4D59E06B-629C-40B5-96D3-423B7A56C945}"/>
    <dgm:cxn modelId="{4CE397A6-DB48-4AAE-BCFB-3D992789379D}" type="presOf" srcId="{5E71F362-34DF-4EEC-92A3-0EFE450E05E4}" destId="{BA29120C-7C6B-4F62-9079-4AD528BC0744}" srcOrd="0" destOrd="0" presId="urn:microsoft.com/office/officeart/2016/7/layout/BasicTimeline"/>
    <dgm:cxn modelId="{B99CA6C9-28D1-4DDB-B8EC-AED73AD115CA}" srcId="{A8C03FBB-4A75-4460-AEA6-DEAEB9C61496}" destId="{5E71F362-34DF-4EEC-92A3-0EFE450E05E4}" srcOrd="0" destOrd="0" parTransId="{8E5EE4D1-908E-455C-B8B3-281AD42DEC9A}" sibTransId="{B208B24A-E9FD-40A9-B764-FB7C2B7ED8B9}"/>
    <dgm:cxn modelId="{537F2ED0-8BD0-4AD5-B60D-89B660EDA1AC}" srcId="{A66480AC-C0DE-4E5E-9ECD-9AE37E3FCB79}" destId="{91969DED-4CB8-4A14-A50B-3F7B848E46B5}" srcOrd="1" destOrd="0" parTransId="{441CD73D-85E1-42A6-BCF8-362A3247E2F3}" sibTransId="{81CA8AA2-C0C3-4381-BA8B-413EDD578B83}"/>
    <dgm:cxn modelId="{403E30EA-CA23-4A5A-9D22-DF82F93CFF08}" type="presOf" srcId="{A66480AC-C0DE-4E5E-9ECD-9AE37E3FCB79}" destId="{9FFA803F-EA25-49D8-A073-96E9747E345F}" srcOrd="0" destOrd="0" presId="urn:microsoft.com/office/officeart/2016/7/layout/BasicTimeline"/>
    <dgm:cxn modelId="{252B4FF4-6466-43C7-8436-08B55881B5BC}" type="presOf" srcId="{FD9CA14A-483C-4869-B0C1-7C5FB7EEDBCC}" destId="{E0D48281-565D-47A3-9B6C-576231178549}" srcOrd="0" destOrd="0" presId="urn:microsoft.com/office/officeart/2016/7/layout/BasicTimeline"/>
    <dgm:cxn modelId="{9488AFF6-9066-454E-B3C3-57C8BC68F549}" type="presOf" srcId="{8A04F340-E8E1-4146-9905-E7ADCAEAABD7}" destId="{DADAA0C9-3E42-4088-8622-30E9F6EA139A}" srcOrd="0" destOrd="0" presId="urn:microsoft.com/office/officeart/2016/7/layout/BasicTimeline"/>
    <dgm:cxn modelId="{E636BFFB-0404-4D4B-B3F0-C64FDFD9DDEF}" srcId="{91969DED-4CB8-4A14-A50B-3F7B848E46B5}" destId="{8A04F340-E8E1-4146-9905-E7ADCAEAABD7}" srcOrd="0" destOrd="0" parTransId="{4EBD5EC2-45ED-4ED6-8376-97D155A911AE}" sibTransId="{F9CD2A04-6A34-4104-A971-391788B88F55}"/>
    <dgm:cxn modelId="{9C5E351C-4F83-42C9-8766-363923817116}" type="presParOf" srcId="{9FFA803F-EA25-49D8-A073-96E9747E345F}" destId="{EE0E6265-BE99-48D1-8879-DB5A75D6D78E}" srcOrd="0" destOrd="0" presId="urn:microsoft.com/office/officeart/2016/7/layout/BasicTimeline"/>
    <dgm:cxn modelId="{F4A239D2-791C-4FA7-8885-B0E1A7FEAC48}" type="presParOf" srcId="{9FFA803F-EA25-49D8-A073-96E9747E345F}" destId="{BDA8F949-88B8-486D-9E41-ABA1463A8926}" srcOrd="1" destOrd="0" presId="urn:microsoft.com/office/officeart/2016/7/layout/BasicTimeline"/>
    <dgm:cxn modelId="{14D4DBE1-C56F-48BE-A66B-2B0E85E7B755}" type="presParOf" srcId="{BDA8F949-88B8-486D-9E41-ABA1463A8926}" destId="{A41AEE8D-8763-4311-BB07-B499A93D76EA}" srcOrd="0" destOrd="0" presId="urn:microsoft.com/office/officeart/2016/7/layout/BasicTimeline"/>
    <dgm:cxn modelId="{2868F0B4-2D8C-4E60-A800-D7753FFE1445}" type="presParOf" srcId="{A41AEE8D-8763-4311-BB07-B499A93D76EA}" destId="{FE5C7F33-9326-49FB-89A3-8A20163AD994}" srcOrd="0" destOrd="0" presId="urn:microsoft.com/office/officeart/2016/7/layout/BasicTimeline"/>
    <dgm:cxn modelId="{6F72394A-7E16-45AE-B5C9-6D1224450F0E}" type="presParOf" srcId="{A41AEE8D-8763-4311-BB07-B499A93D76EA}" destId="{C51067AB-548D-47E7-B9DD-C7A4C9600F8C}" srcOrd="1" destOrd="0" presId="urn:microsoft.com/office/officeart/2016/7/layout/BasicTimeline"/>
    <dgm:cxn modelId="{2BF023E2-BD82-4543-9797-FF9FAF55B2A5}" type="presParOf" srcId="{C51067AB-548D-47E7-B9DD-C7A4C9600F8C}" destId="{BA29120C-7C6B-4F62-9079-4AD528BC0744}" srcOrd="0" destOrd="0" presId="urn:microsoft.com/office/officeart/2016/7/layout/BasicTimeline"/>
    <dgm:cxn modelId="{2E1DF8FC-1E3D-407B-8B7F-074787FD4D73}" type="presParOf" srcId="{C51067AB-548D-47E7-B9DD-C7A4C9600F8C}" destId="{617B6CDA-9351-44EF-9011-41758FE93851}" srcOrd="1" destOrd="0" presId="urn:microsoft.com/office/officeart/2016/7/layout/BasicTimeline"/>
    <dgm:cxn modelId="{4C3C8707-33EB-4053-85D9-0C1CF04E32CD}" type="presParOf" srcId="{A41AEE8D-8763-4311-BB07-B499A93D76EA}" destId="{A95DB80B-444A-4D69-B205-3A801BB8524A}" srcOrd="2" destOrd="0" presId="urn:microsoft.com/office/officeart/2016/7/layout/BasicTimeline"/>
    <dgm:cxn modelId="{1FE3BD8D-0AF3-46A6-AB51-EDAEC9EB4D89}" type="presParOf" srcId="{A41AEE8D-8763-4311-BB07-B499A93D76EA}" destId="{FA19A0AA-8B0B-4AA8-A80D-08CFFDD3F112}" srcOrd="3" destOrd="0" presId="urn:microsoft.com/office/officeart/2016/7/layout/BasicTimeline"/>
    <dgm:cxn modelId="{B5FDF500-80BD-45C8-BBEB-575AA1DAADE7}" type="presParOf" srcId="{A41AEE8D-8763-4311-BB07-B499A93D76EA}" destId="{C298CC98-EF08-4D23-94A2-F58DEE6D7DE4}" srcOrd="4" destOrd="0" presId="urn:microsoft.com/office/officeart/2016/7/layout/BasicTimeline"/>
    <dgm:cxn modelId="{90EDA9D9-5363-433C-811E-5513B52588D1}" type="presParOf" srcId="{BDA8F949-88B8-486D-9E41-ABA1463A8926}" destId="{F3D981F8-7433-4E93-99E6-2B447306B973}" srcOrd="1" destOrd="0" presId="urn:microsoft.com/office/officeart/2016/7/layout/BasicTimeline"/>
    <dgm:cxn modelId="{7935889E-4736-4C7F-8622-A330C126F16B}" type="presParOf" srcId="{BDA8F949-88B8-486D-9E41-ABA1463A8926}" destId="{7D29DFA7-018B-45C9-AC1C-5CFC82FEE150}" srcOrd="2" destOrd="0" presId="urn:microsoft.com/office/officeart/2016/7/layout/BasicTimeline"/>
    <dgm:cxn modelId="{EB2658D4-3F40-4748-AE39-624B8E620A96}" type="presParOf" srcId="{7D29DFA7-018B-45C9-AC1C-5CFC82FEE150}" destId="{60D0713D-AF69-4AF8-B071-F65622790886}" srcOrd="0" destOrd="0" presId="urn:microsoft.com/office/officeart/2016/7/layout/BasicTimeline"/>
    <dgm:cxn modelId="{51E99B0B-8CC3-4BC2-8250-4C73AF5F12E8}" type="presParOf" srcId="{7D29DFA7-018B-45C9-AC1C-5CFC82FEE150}" destId="{5DAA1547-FEA7-4F69-96D3-0E3A07601B1E}" srcOrd="1" destOrd="0" presId="urn:microsoft.com/office/officeart/2016/7/layout/BasicTimeline"/>
    <dgm:cxn modelId="{9826AAC2-4AE6-4C22-826D-5672547E59BD}" type="presParOf" srcId="{5DAA1547-FEA7-4F69-96D3-0E3A07601B1E}" destId="{DADAA0C9-3E42-4088-8622-30E9F6EA139A}" srcOrd="0" destOrd="0" presId="urn:microsoft.com/office/officeart/2016/7/layout/BasicTimeline"/>
    <dgm:cxn modelId="{EC270DFB-5C5B-40C9-8196-FC46A9C21D19}" type="presParOf" srcId="{5DAA1547-FEA7-4F69-96D3-0E3A07601B1E}" destId="{D2E61EE0-F306-43AF-AFF9-74A14B9CF379}" srcOrd="1" destOrd="0" presId="urn:microsoft.com/office/officeart/2016/7/layout/BasicTimeline"/>
    <dgm:cxn modelId="{CB792D24-F02F-48C4-AC1D-366893851161}" type="presParOf" srcId="{7D29DFA7-018B-45C9-AC1C-5CFC82FEE150}" destId="{DBD74D6B-057A-432C-9067-BF618C19EB2A}" srcOrd="2" destOrd="0" presId="urn:microsoft.com/office/officeart/2016/7/layout/BasicTimeline"/>
    <dgm:cxn modelId="{0B13E8C1-0B1E-425B-8D83-92D34782753B}" type="presParOf" srcId="{7D29DFA7-018B-45C9-AC1C-5CFC82FEE150}" destId="{0F979253-FD39-4920-BFCA-78C564B167EA}" srcOrd="3" destOrd="0" presId="urn:microsoft.com/office/officeart/2016/7/layout/BasicTimeline"/>
    <dgm:cxn modelId="{6B60A5F4-2BAC-4F3F-A227-CB4F69F166D3}" type="presParOf" srcId="{7D29DFA7-018B-45C9-AC1C-5CFC82FEE150}" destId="{C9B4B298-E04C-4317-856D-E345FE5EC64B}" srcOrd="4" destOrd="0" presId="urn:microsoft.com/office/officeart/2016/7/layout/BasicTimeline"/>
    <dgm:cxn modelId="{F632D135-41E2-43A9-9B84-8A9C50BA663F}" type="presParOf" srcId="{BDA8F949-88B8-486D-9E41-ABA1463A8926}" destId="{9B636147-AF19-40E0-BE7D-3BE8148CC024}" srcOrd="3" destOrd="0" presId="urn:microsoft.com/office/officeart/2016/7/layout/BasicTimeline"/>
    <dgm:cxn modelId="{3411521A-E802-4A42-B7EC-D46E6B3B7C96}" type="presParOf" srcId="{BDA8F949-88B8-486D-9E41-ABA1463A8926}" destId="{76CB18D4-86E2-467C-A2CF-3ED9EFE66BEA}" srcOrd="4" destOrd="0" presId="urn:microsoft.com/office/officeart/2016/7/layout/BasicTimeline"/>
    <dgm:cxn modelId="{88CD890C-B8E8-4CDA-B032-3A9A3F32FD79}" type="presParOf" srcId="{76CB18D4-86E2-467C-A2CF-3ED9EFE66BEA}" destId="{E712D073-0B15-4887-9DCE-A27BCACBC178}" srcOrd="0" destOrd="0" presId="urn:microsoft.com/office/officeart/2016/7/layout/BasicTimeline"/>
    <dgm:cxn modelId="{AB1754FF-81F0-4ADB-A662-440DA0FBE430}" type="presParOf" srcId="{76CB18D4-86E2-467C-A2CF-3ED9EFE66BEA}" destId="{4C57E835-21E8-44E9-8CE3-1E2D478ECB2B}" srcOrd="1" destOrd="0" presId="urn:microsoft.com/office/officeart/2016/7/layout/BasicTimeline"/>
    <dgm:cxn modelId="{03EB58B1-E5D1-49BD-8FE7-FF1A8E5CDD51}" type="presParOf" srcId="{4C57E835-21E8-44E9-8CE3-1E2D478ECB2B}" destId="{E0D48281-565D-47A3-9B6C-576231178549}" srcOrd="0" destOrd="0" presId="urn:microsoft.com/office/officeart/2016/7/layout/BasicTimeline"/>
    <dgm:cxn modelId="{C7D8A92C-6CBF-4FA3-931B-5668E18C280C}" type="presParOf" srcId="{4C57E835-21E8-44E9-8CE3-1E2D478ECB2B}" destId="{E0365E95-CAD6-4660-956D-E490447A5CB4}" srcOrd="1" destOrd="0" presId="urn:microsoft.com/office/officeart/2016/7/layout/BasicTimeline"/>
    <dgm:cxn modelId="{57009207-8976-4EFD-876A-EF1C91AB599A}" type="presParOf" srcId="{76CB18D4-86E2-467C-A2CF-3ED9EFE66BEA}" destId="{DCAE8A46-752C-4E82-84CE-E790E1F2918E}" srcOrd="2" destOrd="0" presId="urn:microsoft.com/office/officeart/2016/7/layout/BasicTimeline"/>
    <dgm:cxn modelId="{A5FB4889-2275-4DD2-ADF0-583A5D1AE1ED}" type="presParOf" srcId="{76CB18D4-86E2-467C-A2CF-3ED9EFE66BEA}" destId="{B6459BF8-D2C3-4018-9C28-98667DC203F4}" srcOrd="3" destOrd="0" presId="urn:microsoft.com/office/officeart/2016/7/layout/BasicTimeline"/>
    <dgm:cxn modelId="{8B3418BE-680A-4C04-AD26-F21B02D832B0}" type="presParOf" srcId="{76CB18D4-86E2-467C-A2CF-3ED9EFE66BEA}" destId="{EAB0CCC2-BFF9-432D-BA8E-7ECAF2D92AF2}" srcOrd="4" destOrd="0" presId="urn:microsoft.com/office/officeart/2016/7/layout/BasicTimeline"/>
    <dgm:cxn modelId="{A9042F53-7838-4B89-A14A-DC86E7759451}" type="presParOf" srcId="{BDA8F949-88B8-486D-9E41-ABA1463A8926}" destId="{07073103-04B7-4C74-9AC8-048764100B10}" srcOrd="5" destOrd="0" presId="urn:microsoft.com/office/officeart/2016/7/layout/BasicTimeline"/>
    <dgm:cxn modelId="{5290B18C-985B-476F-80AB-B000D2E28F60}" type="presParOf" srcId="{BDA8F949-88B8-486D-9E41-ABA1463A8926}" destId="{C68762A5-E9DF-484F-B385-6C7E07325E98}" srcOrd="6" destOrd="0" presId="urn:microsoft.com/office/officeart/2016/7/layout/BasicTimeline"/>
    <dgm:cxn modelId="{819C616E-63F8-4599-9A66-512521E8E9F5}" type="presParOf" srcId="{C68762A5-E9DF-484F-B385-6C7E07325E98}" destId="{F782935D-BBBD-4420-826A-F71C517659B6}" srcOrd="0" destOrd="0" presId="urn:microsoft.com/office/officeart/2016/7/layout/BasicTimeline"/>
    <dgm:cxn modelId="{8C54E232-1B89-4DC9-8E05-4736E6F4C528}" type="presParOf" srcId="{C68762A5-E9DF-484F-B385-6C7E07325E98}" destId="{3C71E446-482E-4CAC-8D42-2D4AC020412B}" srcOrd="1" destOrd="0" presId="urn:microsoft.com/office/officeart/2016/7/layout/BasicTimeline"/>
    <dgm:cxn modelId="{BC353777-539A-4864-BB21-346D8C4360C1}" type="presParOf" srcId="{3C71E446-482E-4CAC-8D42-2D4AC020412B}" destId="{6C3A59BD-6D45-4573-B098-8CB5207F194D}" srcOrd="0" destOrd="0" presId="urn:microsoft.com/office/officeart/2016/7/layout/BasicTimeline"/>
    <dgm:cxn modelId="{53E54228-74E4-4F6A-AAD7-71EB44BEEB36}" type="presParOf" srcId="{3C71E446-482E-4CAC-8D42-2D4AC020412B}" destId="{8EB042C8-D666-4667-A1E4-E0C87151B72F}" srcOrd="1" destOrd="0" presId="urn:microsoft.com/office/officeart/2016/7/layout/BasicTimeline"/>
    <dgm:cxn modelId="{CD2E3F26-566B-4E8C-9927-C3B42B77551C}" type="presParOf" srcId="{C68762A5-E9DF-484F-B385-6C7E07325E98}" destId="{086FB9B1-82B2-4197-8B33-6E7FF94F8D2E}" srcOrd="2" destOrd="0" presId="urn:microsoft.com/office/officeart/2016/7/layout/BasicTimeline"/>
    <dgm:cxn modelId="{7571835A-7BAA-40A1-945B-B991B049CBA7}" type="presParOf" srcId="{C68762A5-E9DF-484F-B385-6C7E07325E98}" destId="{3F359E8B-7C7E-4FD9-B106-36CCBFC731D5}" srcOrd="3" destOrd="0" presId="urn:microsoft.com/office/officeart/2016/7/layout/BasicTimeline"/>
    <dgm:cxn modelId="{7083DB71-225A-4FBD-A8B2-9CBA2B2F1649}" type="presParOf" srcId="{C68762A5-E9DF-484F-B385-6C7E07325E98}" destId="{34434334-A935-4057-946F-93B826088F38}" srcOrd="4" destOrd="0" presId="urn:microsoft.com/office/officeart/2016/7/layout/BasicTimeline"/>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E0E6265-BE99-48D1-8879-DB5A75D6D78E}">
      <dsp:nvSpPr>
        <dsp:cNvPr id="0" name=""/>
        <dsp:cNvSpPr/>
      </dsp:nvSpPr>
      <dsp:spPr>
        <a:xfrm>
          <a:off x="0" y="1956594"/>
          <a:ext cx="6619875" cy="0"/>
        </a:xfrm>
        <a:prstGeom prst="line">
          <a:avLst/>
        </a:prstGeom>
        <a:solidFill>
          <a:schemeClr val="accent1">
            <a:alpha val="90000"/>
            <a:tint val="40000"/>
            <a:hueOff val="0"/>
            <a:satOff val="0"/>
            <a:lumOff val="0"/>
            <a:alphaOff val="0"/>
          </a:schemeClr>
        </a:solidFill>
        <a:ln w="6350" cap="flat" cmpd="sng" algn="ctr">
          <a:solidFill>
            <a:schemeClr val="accent1">
              <a:alpha val="90000"/>
              <a:tint val="40000"/>
              <a:hueOff val="0"/>
              <a:satOff val="0"/>
              <a:lumOff val="0"/>
              <a:alphaOff val="0"/>
            </a:schemeClr>
          </a:solidFill>
          <a:prstDash val="solid"/>
          <a:miter lim="800000"/>
          <a:tailEnd type="triangle" w="lg" len="lg"/>
        </a:ln>
        <a:effectLst/>
      </dsp:spPr>
      <dsp:style>
        <a:lnRef idx="1">
          <a:scrgbClr r="0" g="0" b="0"/>
        </a:lnRef>
        <a:fillRef idx="1">
          <a:scrgbClr r="0" g="0" b="0"/>
        </a:fillRef>
        <a:effectRef idx="2">
          <a:scrgbClr r="0" g="0" b="0"/>
        </a:effectRef>
        <a:fontRef idx="minor"/>
      </dsp:style>
    </dsp:sp>
    <dsp:sp modelId="{FE5C7F33-9326-49FB-89A3-8A20163AD994}">
      <dsp:nvSpPr>
        <dsp:cNvPr id="0" name=""/>
        <dsp:cNvSpPr/>
      </dsp:nvSpPr>
      <dsp:spPr>
        <a:xfrm>
          <a:off x="146846" y="2101381"/>
          <a:ext cx="2124824" cy="4421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marL="0" lvl="0" indent="0" algn="ctr" defTabSz="889000">
            <a:lnSpc>
              <a:spcPct val="90000"/>
            </a:lnSpc>
            <a:spcBef>
              <a:spcPct val="0"/>
            </a:spcBef>
            <a:spcAft>
              <a:spcPct val="35000"/>
            </a:spcAft>
            <a:buNone/>
            <a:defRPr b="1"/>
          </a:pPr>
          <a:r>
            <a:rPr lang="en-US" sz="2000" kern="1200" dirty="0">
              <a:solidFill>
                <a:schemeClr val="accent2">
                  <a:lumMod val="25000"/>
                </a:schemeClr>
              </a:solidFill>
              <a:latin typeface="+mn-lt"/>
            </a:rPr>
            <a:t>Q3</a:t>
          </a:r>
        </a:p>
      </dsp:txBody>
      <dsp:txXfrm>
        <a:off x="146846" y="2101381"/>
        <a:ext cx="2124824" cy="442190"/>
      </dsp:txXfrm>
    </dsp:sp>
    <dsp:sp modelId="{BA29120C-7C6B-4F62-9079-4AD528BC0744}">
      <dsp:nvSpPr>
        <dsp:cNvPr id="0" name=""/>
        <dsp:cNvSpPr/>
      </dsp:nvSpPr>
      <dsp:spPr>
        <a:xfrm>
          <a:off x="1971" y="545889"/>
          <a:ext cx="2414573" cy="667198"/>
        </a:xfrm>
        <a:prstGeom prst="roundRect">
          <a:avLst/>
        </a:prstGeom>
        <a:solidFill>
          <a:schemeClr val="accent3">
            <a:alpha val="90000"/>
          </a:schemeClr>
        </a:solidFill>
        <a:ln w="635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160020" tIns="160020" rIns="160020" bIns="160020" numCol="1" spcCol="1270" anchor="ctr" anchorCtr="0">
          <a:noAutofit/>
        </a:bodyPr>
        <a:lstStyle/>
        <a:p>
          <a:pPr marL="0" lvl="0" indent="0" algn="ctr" defTabSz="800100">
            <a:lnSpc>
              <a:spcPct val="90000"/>
            </a:lnSpc>
            <a:spcBef>
              <a:spcPct val="0"/>
            </a:spcBef>
            <a:spcAft>
              <a:spcPct val="35000"/>
            </a:spcAft>
            <a:buNone/>
          </a:pPr>
          <a:r>
            <a:rPr lang="en-US" sz="1800" kern="1200" dirty="0">
              <a:solidFill>
                <a:schemeClr val="accent2">
                  <a:lumMod val="25000"/>
                </a:schemeClr>
              </a:solidFill>
              <a:latin typeface="+mn-lt"/>
            </a:rPr>
            <a:t>Market research</a:t>
          </a:r>
        </a:p>
      </dsp:txBody>
      <dsp:txXfrm>
        <a:off x="34541" y="578459"/>
        <a:ext cx="2349433" cy="602058"/>
      </dsp:txXfrm>
    </dsp:sp>
    <dsp:sp modelId="{A95DB80B-444A-4D69-B205-3A801BB8524A}">
      <dsp:nvSpPr>
        <dsp:cNvPr id="0" name=""/>
        <dsp:cNvSpPr/>
      </dsp:nvSpPr>
      <dsp:spPr>
        <a:xfrm>
          <a:off x="1209258" y="1213088"/>
          <a:ext cx="0" cy="743505"/>
        </a:xfrm>
        <a:prstGeom prst="line">
          <a:avLst/>
        </a:prstGeom>
        <a:noFill/>
        <a:ln w="6350" cap="flat" cmpd="sng" algn="ctr">
          <a:solidFill>
            <a:schemeClr val="accent1">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60D0713D-AF69-4AF8-B071-F65622790886}">
      <dsp:nvSpPr>
        <dsp:cNvPr id="0" name=""/>
        <dsp:cNvSpPr/>
      </dsp:nvSpPr>
      <dsp:spPr>
        <a:xfrm>
          <a:off x="1547298" y="1369615"/>
          <a:ext cx="2124824" cy="4421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1">
          <a:noAutofit/>
        </a:bodyPr>
        <a:lstStyle/>
        <a:p>
          <a:pPr marL="0" lvl="0" indent="0" algn="ctr" defTabSz="889000">
            <a:lnSpc>
              <a:spcPct val="90000"/>
            </a:lnSpc>
            <a:spcBef>
              <a:spcPct val="0"/>
            </a:spcBef>
            <a:spcAft>
              <a:spcPct val="35000"/>
            </a:spcAft>
            <a:buNone/>
            <a:defRPr b="1"/>
          </a:pPr>
          <a:r>
            <a:rPr lang="en-US" sz="2000" kern="1200" dirty="0">
              <a:solidFill>
                <a:schemeClr val="accent2">
                  <a:lumMod val="25000"/>
                </a:schemeClr>
              </a:solidFill>
              <a:latin typeface="+mn-lt"/>
            </a:rPr>
            <a:t>Q4</a:t>
          </a:r>
        </a:p>
      </dsp:txBody>
      <dsp:txXfrm>
        <a:off x="1547298" y="1369615"/>
        <a:ext cx="2124824" cy="442190"/>
      </dsp:txXfrm>
    </dsp:sp>
    <dsp:sp modelId="{FA19A0AA-8B0B-4AA8-A80D-08CFFDD3F112}">
      <dsp:nvSpPr>
        <dsp:cNvPr id="0" name=""/>
        <dsp:cNvSpPr/>
      </dsp:nvSpPr>
      <dsp:spPr>
        <a:xfrm>
          <a:off x="1179909" y="1927245"/>
          <a:ext cx="58697" cy="58697"/>
        </a:xfrm>
        <a:prstGeom prst="ellipse">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sp>
    <dsp:sp modelId="{DADAA0C9-3E42-4088-8622-30E9F6EA139A}">
      <dsp:nvSpPr>
        <dsp:cNvPr id="0" name=""/>
        <dsp:cNvSpPr/>
      </dsp:nvSpPr>
      <dsp:spPr>
        <a:xfrm>
          <a:off x="1402424" y="2700099"/>
          <a:ext cx="2414573" cy="667198"/>
        </a:xfrm>
        <a:prstGeom prst="roundRect">
          <a:avLst/>
        </a:prstGeom>
        <a:solidFill>
          <a:schemeClr val="accent3">
            <a:alpha val="90000"/>
          </a:schemeClr>
        </a:solidFill>
        <a:ln w="635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160020" tIns="160020" rIns="160020" bIns="160020" numCol="1" spcCol="1270" anchor="ctr" anchorCtr="0">
          <a:noAutofit/>
        </a:bodyPr>
        <a:lstStyle/>
        <a:p>
          <a:pPr marL="0" lvl="0" indent="0" algn="ctr" defTabSz="800100">
            <a:lnSpc>
              <a:spcPct val="90000"/>
            </a:lnSpc>
            <a:spcBef>
              <a:spcPct val="0"/>
            </a:spcBef>
            <a:spcAft>
              <a:spcPct val="35000"/>
            </a:spcAft>
            <a:buNone/>
          </a:pPr>
          <a:r>
            <a:rPr lang="en-US" sz="1800" kern="1200" dirty="0">
              <a:solidFill>
                <a:schemeClr val="accent2">
                  <a:lumMod val="25000"/>
                </a:schemeClr>
              </a:solidFill>
              <a:latin typeface="+mn-lt"/>
            </a:rPr>
            <a:t>Product development</a:t>
          </a:r>
        </a:p>
      </dsp:txBody>
      <dsp:txXfrm>
        <a:off x="1434994" y="2732669"/>
        <a:ext cx="2349433" cy="602058"/>
      </dsp:txXfrm>
    </dsp:sp>
    <dsp:sp modelId="{DBD74D6B-057A-432C-9067-BF618C19EB2A}">
      <dsp:nvSpPr>
        <dsp:cNvPr id="0" name=""/>
        <dsp:cNvSpPr/>
      </dsp:nvSpPr>
      <dsp:spPr>
        <a:xfrm>
          <a:off x="2609711" y="1956593"/>
          <a:ext cx="0" cy="743505"/>
        </a:xfrm>
        <a:prstGeom prst="line">
          <a:avLst/>
        </a:prstGeom>
        <a:noFill/>
        <a:ln w="6350" cap="flat" cmpd="sng" algn="ctr">
          <a:solidFill>
            <a:schemeClr val="accent1">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E712D073-0B15-4887-9DCE-A27BCACBC178}">
      <dsp:nvSpPr>
        <dsp:cNvPr id="0" name=""/>
        <dsp:cNvSpPr/>
      </dsp:nvSpPr>
      <dsp:spPr>
        <a:xfrm>
          <a:off x="2947751" y="2101381"/>
          <a:ext cx="2124824" cy="4421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marL="0" lvl="0" indent="0" algn="ctr" defTabSz="889000">
            <a:lnSpc>
              <a:spcPct val="90000"/>
            </a:lnSpc>
            <a:spcBef>
              <a:spcPct val="0"/>
            </a:spcBef>
            <a:spcAft>
              <a:spcPct val="35000"/>
            </a:spcAft>
            <a:buNone/>
            <a:defRPr b="1"/>
          </a:pPr>
          <a:r>
            <a:rPr lang="en-US" sz="2000" kern="1200" dirty="0">
              <a:solidFill>
                <a:schemeClr val="accent2">
                  <a:lumMod val="25000"/>
                </a:schemeClr>
              </a:solidFill>
              <a:latin typeface="+mn-lt"/>
            </a:rPr>
            <a:t>Q1</a:t>
          </a:r>
        </a:p>
      </dsp:txBody>
      <dsp:txXfrm>
        <a:off x="2947751" y="2101381"/>
        <a:ext cx="2124824" cy="442190"/>
      </dsp:txXfrm>
    </dsp:sp>
    <dsp:sp modelId="{0F979253-FD39-4920-BFCA-78C564B167EA}">
      <dsp:nvSpPr>
        <dsp:cNvPr id="0" name=""/>
        <dsp:cNvSpPr/>
      </dsp:nvSpPr>
      <dsp:spPr>
        <a:xfrm>
          <a:off x="2580362" y="1927245"/>
          <a:ext cx="58697" cy="58697"/>
        </a:xfrm>
        <a:prstGeom prst="ellipse">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sp>
    <dsp:sp modelId="{E0D48281-565D-47A3-9B6C-576231178549}">
      <dsp:nvSpPr>
        <dsp:cNvPr id="0" name=""/>
        <dsp:cNvSpPr/>
      </dsp:nvSpPr>
      <dsp:spPr>
        <a:xfrm>
          <a:off x="2802877" y="545889"/>
          <a:ext cx="2414573" cy="667198"/>
        </a:xfrm>
        <a:prstGeom prst="roundRect">
          <a:avLst/>
        </a:prstGeom>
        <a:solidFill>
          <a:schemeClr val="accent3">
            <a:alpha val="90000"/>
          </a:schemeClr>
        </a:solidFill>
        <a:ln w="635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160020" tIns="160020" rIns="160020" bIns="160020" numCol="1" spcCol="1270" anchor="ctr" anchorCtr="0">
          <a:noAutofit/>
        </a:bodyPr>
        <a:lstStyle/>
        <a:p>
          <a:pPr marL="0" lvl="0" indent="0" algn="ctr" defTabSz="800100">
            <a:lnSpc>
              <a:spcPct val="90000"/>
            </a:lnSpc>
            <a:spcBef>
              <a:spcPct val="0"/>
            </a:spcBef>
            <a:spcAft>
              <a:spcPct val="35000"/>
            </a:spcAft>
            <a:buNone/>
          </a:pPr>
          <a:r>
            <a:rPr lang="en-US" sz="1800" kern="1200" dirty="0">
              <a:solidFill>
                <a:schemeClr val="accent2">
                  <a:lumMod val="25000"/>
                </a:schemeClr>
              </a:solidFill>
              <a:latin typeface="+mn-lt"/>
            </a:rPr>
            <a:t> User testing</a:t>
          </a:r>
        </a:p>
      </dsp:txBody>
      <dsp:txXfrm>
        <a:off x="2835447" y="578459"/>
        <a:ext cx="2349433" cy="602058"/>
      </dsp:txXfrm>
    </dsp:sp>
    <dsp:sp modelId="{DCAE8A46-752C-4E82-84CE-E790E1F2918E}">
      <dsp:nvSpPr>
        <dsp:cNvPr id="0" name=""/>
        <dsp:cNvSpPr/>
      </dsp:nvSpPr>
      <dsp:spPr>
        <a:xfrm>
          <a:off x="4010163" y="1213088"/>
          <a:ext cx="0" cy="743505"/>
        </a:xfrm>
        <a:prstGeom prst="line">
          <a:avLst/>
        </a:prstGeom>
        <a:noFill/>
        <a:ln w="6350" cap="flat" cmpd="sng" algn="ctr">
          <a:solidFill>
            <a:schemeClr val="accent1">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F782935D-BBBD-4420-826A-F71C517659B6}">
      <dsp:nvSpPr>
        <dsp:cNvPr id="0" name=""/>
        <dsp:cNvSpPr/>
      </dsp:nvSpPr>
      <dsp:spPr>
        <a:xfrm>
          <a:off x="4348204" y="1369615"/>
          <a:ext cx="2124824" cy="4421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1">
          <a:noAutofit/>
        </a:bodyPr>
        <a:lstStyle/>
        <a:p>
          <a:pPr marL="0" lvl="0" indent="0" algn="ctr" defTabSz="889000">
            <a:lnSpc>
              <a:spcPct val="90000"/>
            </a:lnSpc>
            <a:spcBef>
              <a:spcPct val="0"/>
            </a:spcBef>
            <a:spcAft>
              <a:spcPct val="35000"/>
            </a:spcAft>
            <a:buNone/>
            <a:defRPr b="1"/>
          </a:pPr>
          <a:r>
            <a:rPr lang="en-US" sz="2000" kern="1200" dirty="0">
              <a:solidFill>
                <a:schemeClr val="accent2">
                  <a:lumMod val="25000"/>
                </a:schemeClr>
              </a:solidFill>
              <a:latin typeface="+mn-lt"/>
            </a:rPr>
            <a:t>Q2</a:t>
          </a:r>
        </a:p>
      </dsp:txBody>
      <dsp:txXfrm>
        <a:off x="4348204" y="1369615"/>
        <a:ext cx="2124824" cy="442190"/>
      </dsp:txXfrm>
    </dsp:sp>
    <dsp:sp modelId="{B6459BF8-D2C3-4018-9C28-98667DC203F4}">
      <dsp:nvSpPr>
        <dsp:cNvPr id="0" name=""/>
        <dsp:cNvSpPr/>
      </dsp:nvSpPr>
      <dsp:spPr>
        <a:xfrm>
          <a:off x="3980814" y="1927245"/>
          <a:ext cx="58697" cy="58697"/>
        </a:xfrm>
        <a:prstGeom prst="ellipse">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sp>
    <dsp:sp modelId="{6C3A59BD-6D45-4573-B098-8CB5207F194D}">
      <dsp:nvSpPr>
        <dsp:cNvPr id="0" name=""/>
        <dsp:cNvSpPr/>
      </dsp:nvSpPr>
      <dsp:spPr>
        <a:xfrm>
          <a:off x="4203329" y="2700099"/>
          <a:ext cx="2414573" cy="667198"/>
        </a:xfrm>
        <a:prstGeom prst="roundRect">
          <a:avLst/>
        </a:prstGeom>
        <a:solidFill>
          <a:schemeClr val="accent3">
            <a:alpha val="90000"/>
          </a:schemeClr>
        </a:solidFill>
        <a:ln w="635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160020" tIns="160020" rIns="160020" bIns="160020" numCol="1" spcCol="1270" anchor="ctr" anchorCtr="0">
          <a:noAutofit/>
        </a:bodyPr>
        <a:lstStyle/>
        <a:p>
          <a:pPr marL="0" lvl="0" indent="0" algn="ctr" defTabSz="800100">
            <a:lnSpc>
              <a:spcPct val="90000"/>
            </a:lnSpc>
            <a:spcBef>
              <a:spcPct val="0"/>
            </a:spcBef>
            <a:spcAft>
              <a:spcPct val="35000"/>
            </a:spcAft>
            <a:buNone/>
          </a:pPr>
          <a:r>
            <a:rPr lang="en-US" sz="1800" kern="1200" dirty="0">
              <a:solidFill>
                <a:schemeClr val="accent2">
                  <a:lumMod val="25000"/>
                </a:schemeClr>
              </a:solidFill>
              <a:latin typeface="+mn-lt"/>
            </a:rPr>
            <a:t>Product launch</a:t>
          </a:r>
        </a:p>
      </dsp:txBody>
      <dsp:txXfrm>
        <a:off x="4235899" y="2732669"/>
        <a:ext cx="2349433" cy="602058"/>
      </dsp:txXfrm>
    </dsp:sp>
    <dsp:sp modelId="{086FB9B1-82B2-4197-8B33-6E7FF94F8D2E}">
      <dsp:nvSpPr>
        <dsp:cNvPr id="0" name=""/>
        <dsp:cNvSpPr/>
      </dsp:nvSpPr>
      <dsp:spPr>
        <a:xfrm>
          <a:off x="5410616" y="1956593"/>
          <a:ext cx="0" cy="743505"/>
        </a:xfrm>
        <a:prstGeom prst="line">
          <a:avLst/>
        </a:prstGeom>
        <a:noFill/>
        <a:ln w="6350" cap="flat" cmpd="sng" algn="ctr">
          <a:solidFill>
            <a:schemeClr val="accent1">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3F359E8B-7C7E-4FD9-B106-36CCBFC731D5}">
      <dsp:nvSpPr>
        <dsp:cNvPr id="0" name=""/>
        <dsp:cNvSpPr/>
      </dsp:nvSpPr>
      <dsp:spPr>
        <a:xfrm>
          <a:off x="5381267" y="1927245"/>
          <a:ext cx="58697" cy="58697"/>
        </a:xfrm>
        <a:prstGeom prst="ellipse">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16/7/layout/BasicTimeline">
  <dgm:title val="Basic Timeline"/>
  <dgm:desc val="Use to show a list of events in chronological order. The rounded rectangular shape contains the description while the date is shown below on the time line. It's the perfect SmartArt for displaying large amount of text with a medium date format."/>
  <dgm:catLst>
    <dgm:cat type="timeline" pri="500"/>
    <dgm:cat type="process" pri="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
    <dgm:varLst>
      <dgm:chMax/>
      <dgm:chPref/>
      <dgm:animLvl val="lvl"/>
    </dgm:varLst>
    <dgm:alg type="composite"/>
    <dgm:shape xmlns:r="http://schemas.openxmlformats.org/officeDocument/2006/relationships" r:blip="">
      <dgm:adjLst/>
    </dgm:shape>
    <dgm:constrLst>
      <dgm:constr type="w" for="ch" forName="divider" refType="w"/>
      <dgm:constr type="h" for="ch" forName="divider"/>
      <dgm:constr type="ctrY" for="ch" forName="divider" refType="h" fact="0.5"/>
      <dgm:constr type="l" for="ch" forName="divider"/>
      <dgm:constr type="w" for="ch" forName="nodes" refType="w"/>
      <dgm:constr type="h" for="ch" forName="nodes" refType="h"/>
    </dgm:constrLst>
    <dgm:layoutNode name="divider" styleLbl="fgAccFollowNode1">
      <dgm:alg type="sp"/>
      <dgm:choose name="ArrowShape">
        <dgm:if name="ArrowShapeLTR" func="var" arg="dir" op="equ" val="norm">
          <dgm:shape xmlns:r="http://schemas.openxmlformats.org/officeDocument/2006/relationships" type="line" r:blip="" zOrderOff="-1">
            <dgm:adjLst/>
            <dgm:extLst>
              <a:ext uri="{B698B0E9-8C71-41B9-8309-B3DCBF30829C}">
                <dgm1612:spPr xmlns:dgm1612="http://schemas.microsoft.com/office/drawing/2016/12/diagram">
                  <a:ln>
                    <a:tailEnd type="triangle" w="lg" len="lg"/>
                  </a:ln>
                </dgm1612:spPr>
              </a:ext>
            </dgm:extLst>
          </dgm:shape>
        </dgm:if>
        <dgm:else name="ArrowShapeRTL">
          <dgm:shape xmlns:r="http://schemas.openxmlformats.org/officeDocument/2006/relationships" type="line" r:blip="" zOrderOff="-1">
            <dgm:adjLst/>
            <dgm:extLst>
              <a:ext uri="{B698B0E9-8C71-41B9-8309-B3DCBF30829C}">
                <dgm1612:spPr xmlns:dgm1612="http://schemas.microsoft.com/office/drawing/2016/12/diagram">
                  <a:ln>
                    <a:headEnd type="triangle" w="lg" len="lg"/>
                  </a:ln>
                </dgm1612:spPr>
              </a:ext>
            </dgm:extLst>
          </dgm:shape>
        </dgm:else>
      </dgm:choose>
      <dgm:presOf/>
      <dgm:constrLst/>
      <dgm:ruleLst/>
    </dgm:layoutNode>
    <dgm:layoutNode name="nodes">
      <dgm:varLst>
        <dgm:chMax/>
        <dgm:chPref/>
        <dgm:animLvl val="lvl"/>
      </dgm:varLst>
      <dgm:choose name="Name1">
        <dgm:if name="Name2" func="var" arg="dir" op="equ" val="norm">
          <dgm:alg type="lin"/>
        </dgm:if>
        <dgm:else name="Name3">
          <dgm:alg type="lin">
            <dgm:param type="linDir" val="fromR"/>
          </dgm:alg>
        </dgm:else>
      </dgm:choose>
      <dgm:presOf/>
      <dgm:shape xmlns:r="http://schemas.openxmlformats.org/officeDocument/2006/relationships" r:blip="">
        <dgm:adjLst/>
      </dgm:shape>
      <dgm:choose name="constrBasedOnChildrenCount">
        <dgm:if name="constrForTwoChildren" axis="ch" ptType="node" func="cnt" op="lte" val="2">
          <dgm:constrLst>
            <dgm:constr type="primFontSz" for="des" forName="L1TextContainer" val="20"/>
            <dgm:constr type="primFontSz" for="des" forName="L2TextContainer" refType="primFontSz" refFor="des" refForName="L1TextContainer" op="equ" fact="0.85"/>
            <dgm:constr type="w" for="ch" forName="composite" refType="w"/>
            <dgm:constr type="h" for="ch" forName="composite" refType="h"/>
            <dgm:constr type="w" for="ch" forName="spaceBetweenRectangles" refType="w" refFor="ch" refForName="composite" fact="0.16"/>
            <dgm:constr type="w" for="ch" ptType="sibTrans" op="equ"/>
            <dgm:constr type="primFontSz" for="des" forName="L1TextContainer" op="equ"/>
            <dgm:constr type="primFontSz" for="des" forName="L2TextContainer" op="equ"/>
          </dgm:constrLst>
        </dgm:if>
        <dgm:else name="constrForRest">
          <dgm:constrLst>
            <dgm:constr type="primFontSz" for="des" forName="L1TextContainer" val="20"/>
            <dgm:constr type="primFontSz" for="des" forName="L2TextContainer" refType="primFontSz" refFor="des" refForName="L1TextContainer" op="equ" fact="0.85"/>
            <dgm:constr type="w" for="ch" forName="composite" refType="w"/>
            <dgm:constr type="h" for="ch" forName="composite" refType="h"/>
            <dgm:constr type="w" for="ch" forName="spaceBetweenRectangles" refType="w" refFor="ch" refForName="composite" fact="-0.42"/>
            <dgm:constr type="w" for="ch" ptType="sibTrans" op="equ"/>
            <dgm:constr type="primFontSz" for="des" forName="L1TextContainer" op="equ"/>
            <dgm:constr type="primFontSz" for="des" forName="L2TextContainer" op="equ"/>
          </dgm:constrLst>
        </dgm:else>
      </dgm:choose>
      <dgm:forEach name="nodesForEach" axis="ch" ptType="node">
        <dgm:layoutNode name="composite">
          <dgm:alg type="composite"/>
          <dgm:shape xmlns:r="http://schemas.openxmlformats.org/officeDocument/2006/relationships" r:blip="">
            <dgm:adjLst/>
          </dgm:shape>
          <dgm:choose name="CaseForPlacingNodesAboveAndBelowDivider">
            <dgm:if name="CaseForPlacingNodeAboveDivider" axis="self" ptType="node" func="posOdd" op="equ" val="1">
              <dgm:constrLst>
                <dgm:constr type="w" for="ch" forName="L1TextContainer" refType="w" fact="0.88"/>
                <dgm:constr type="l" for="ch" forName="L1TextContainer" refType="w" fact="0.06"/>
                <dgm:constr type="t" for="ch" forName="L1TextContainer" refType="h" fact="0.537"/>
                <dgm:constr type="h" for="ch" forName="L1TextContainer" refType="h" fact="0.113"/>
                <dgm:constr type="w" for="ch" forName="L2TextContainerWrapper" refType="w"/>
                <dgm:constr type="h" for="ch" forName="L2TextContainerWrapper" refType="h" fact="0.31"/>
                <dgm:constr type="b" for="ch" forName="L2TextContainerWrapper" refType="h" fact="0.31"/>
                <dgm:constr type="w" for="ch" forName="ConnectLine"/>
                <dgm:constr type="l" for="ch" forName="ConnectLine" refType="w" fact="0.5"/>
                <dgm:constr type="h" for="ch" forName="ConnectLine" refType="h" fact="0.19"/>
                <dgm:constr type="t" for="ch" forName="ConnectLine" refType="h" fact="0.31"/>
                <dgm:constr type="w" for="ch" forName="ConnectorPoint" refType="h" fact="0.015"/>
                <dgm:constr type="h" for="ch" forName="ConnectorPoint" refType="h" fact="0.015"/>
                <dgm:constr type="ctrX" for="ch" forName="ConnectorPoint" refType="w" fact="0.5"/>
                <dgm:constr type="ctrY" for="ch" forName="ConnectorPoint" refType="h" fact="0.5"/>
                <dgm:constr type="w" for="ch" forName="EmptyPlaceHolder" refType="w"/>
                <dgm:constr type="t" for="ch" forName="EmptyPlaceHolder" refType="h" fact="0.65"/>
                <dgm:constr type="h" for="ch" forName="EmptyPlaceHolder" refType="h" fact="0.35"/>
              </dgm:constrLst>
            </dgm:if>
            <dgm:else name="CaseForPlacingNodeBelowDivider">
              <dgm:constrLst>
                <dgm:constr type="w" for="ch" forName="L1TextContainer" refType="w" fact="0.88"/>
                <dgm:constr type="l" for="ch" forName="L1TextContainer" refType="w" fact="0.06"/>
                <dgm:constr type="t" for="ch" forName="L1TextContainer" refType="h" fact="0.35"/>
                <dgm:constr type="h" for="ch" forName="L1TextContainer" refType="h" fact="0.113"/>
                <dgm:constr type="w" for="ch" forName="L2TextContainerWrapper" refType="w"/>
                <dgm:constr type="h" for="ch" forName="L2TextContainerWrapper" refType="h" fact="0.31"/>
                <dgm:constr type="t" for="ch" forName="L2TextContainerWrapper" refType="h" fact="0.69"/>
                <dgm:constr type="w" for="ch" forName="ConnectLine"/>
                <dgm:constr type="l" for="ch" forName="ConnectLine" refType="w" fact="0.5"/>
                <dgm:constr type="h" for="ch" forName="ConnectLine" refType="h" fact="0.19"/>
                <dgm:constr type="t" for="ch" forName="ConnectLine" refType="h" fact="0.5"/>
                <dgm:constr type="w" for="ch" forName="ConnectorPoint" refType="h" fact="0.015"/>
                <dgm:constr type="h" for="ch" forName="ConnectorPoint" refType="h" fact="0.015"/>
                <dgm:constr type="ctrX" for="ch" forName="ConnectorPoint" refType="w" fact="0.5"/>
                <dgm:constr type="ctrY" for="ch" forName="ConnectorPoint" refType="h" fact="0.5"/>
                <dgm:constr type="w" for="ch" forName="EmptyPlaceHolder" refType="w"/>
                <dgm:constr type="h" for="ch" forName="EmptyPlaceHolder" refType="h" fact="0.35"/>
                <dgm:constr type="t" for="ch" forName="EmptyPlaceHolder" refType="h" fact="0"/>
              </dgm:constrLst>
            </dgm:else>
          </dgm:choose>
          <dgm:layoutNode name="L1TextContainer" styleLbl="revTx">
            <dgm:varLst>
              <dgm:chMax val="1"/>
              <dgm:chPref val="1"/>
              <dgm:bulletEnabled val="1"/>
            </dgm:varLst>
            <dgm:choose name="casesForTxtDirLogic">
              <dgm:if name="Name78" axis="self" ptType="node" func="posOdd" op="equ" val="1">
                <dgm:alg type="tx">
                  <dgm:param type="txAnchorHorz" val="ctr"/>
                  <dgm:param type="txAnchorVert" val="t"/>
                  <dgm:param type="parTxLTRAlign" val="ctr"/>
                  <dgm:param type="parTxRTLAlign" val="ctr"/>
                </dgm:alg>
              </dgm:if>
              <dgm:else name="Name89">
                <dgm:alg type="tx">
                  <dgm:param type="txAnchorHorz" val="ctr"/>
                  <dgm:param type="txAnchorVert" val="b"/>
                  <dgm:param type="parTxLTRAlign" val="ctr"/>
                  <dgm:param type="parTxRTLAlign" val="ctr"/>
                </dgm:alg>
              </dgm:else>
            </dgm:choose>
            <dgm:shape xmlns:r="http://schemas.openxmlformats.org/officeDocument/2006/relationships" type="rect" r:blip="">
              <dgm:adjLst/>
            </dgm:shape>
            <dgm:presOf axis="self"/>
            <dgm:constrLst>
              <dgm:constr type="lMarg"/>
              <dgm:constr type="rMarg"/>
              <dgm:constr type="tMarg"/>
              <dgm:constr type="bMarg"/>
            </dgm:constrLst>
            <dgm:ruleLst>
              <dgm:rule type="primFontSz" val="14" fact="NaN" max="NaN"/>
            </dgm:ruleLst>
          </dgm:layoutNode>
          <dgm:layoutNode name="L2TextContainerWrapper">
            <dgm:varLst>
              <dgm:chMax val="0"/>
              <dgm:chPref val="0"/>
              <dgm:bulletEnabled val="1"/>
            </dgm:varLst>
            <dgm:alg type="composite"/>
            <dgm:choose name="L2TextContainerConstr">
              <dgm:if name="CaseForPlacingL2TextContaineAboveDivider" axis="self" ptType="node" func="posOdd" op="equ" val="1">
                <dgm:constrLst>
                  <dgm:constr type="h" for="ch" forName="L2TextContainer" refType="h" fact="0.55"/>
                  <dgm:constr type="b" for="ch" forName="L2TextContainer" refType="h"/>
                  <dgm:constr type="h" for="ch" forName="FlexibleEmptyPlaceHolder" refType="h" fact="0.45"/>
                </dgm:constrLst>
              </dgm:if>
              <dgm:else name="CaseForPlacingL2TextContaineBelowDivider">
                <dgm:constrLst>
                  <dgm:constr type="h" for="ch" forName="L2TextContainer" refType="h" fact="0.55"/>
                  <dgm:constr type="h" for="ch" forName="FlexibleEmptyPlaceHolder" refType="h" fact="0.45"/>
                  <dgm:constr type="b" for="ch" forName="FlexibleEmptyPlaceHolder" refType="h"/>
                </dgm:constrLst>
              </dgm:else>
            </dgm:choose>
            <dgm:layoutNode name="L2TextContainer" styleLbl="bgAcc1">
              <dgm:choose name="L2TextContainerAlgo">
                <dgm:if name="L2TextContainerAlgoLTR" func="var" arg="dir" op="equ" val="norm">
                  <dgm:alg type="tx">
                    <dgm:param type="txAnchorVert" val="mid"/>
                    <dgm:param type="parTxRTLAlign" val="l"/>
                    <dgm:param type="parTxLTRAlign" val="l"/>
                    <dgm:param type="txAnchorVertCh" val="mid"/>
                    <dgm:param type="shpTxRTLAlignCh" val="l"/>
                    <dgm:param type="shpTxLTRAlignCh" val="l"/>
                  </dgm:alg>
                </dgm:if>
                <dgm:else name="L2TextContainerAlgoRTL">
                  <dgm:alg type="tx">
                    <dgm:param type="txAnchorVert" val="mid"/>
                    <dgm:param type="parTxRTLAlign" val="r"/>
                    <dgm:param type="parTxLTRAlign" val="r"/>
                    <dgm:param type="txAnchorVertCh" val="mid"/>
                    <dgm:param type="shpTxRTLAlignCh" val="r"/>
                    <dgm:param type="shpTxLTRAlignCh" val="r"/>
                  </dgm:alg>
                </dgm:else>
              </dgm:choose>
              <dgm:shape xmlns:r="http://schemas.openxmlformats.org/officeDocument/2006/relationships" type="roundRect" r:blip="">
                <dgm:adjLst/>
              </dgm:shape>
              <dgm:presOf axis="des" ptType="node"/>
              <dgm:constrLst>
                <dgm:constr type="primFontSz" val="17"/>
                <dgm:constr type="lMarg" refType="primFontSz" fact="0.7"/>
                <dgm:constr type="rMarg" refType="primFontSz" fact="0.7"/>
                <dgm:constr type="tMarg" refType="primFontSz" fact="0.7"/>
                <dgm:constr type="bMarg" refType="primFontSz" fact="0.7"/>
              </dgm:constrLst>
              <dgm:ruleLst>
                <dgm:rule type="primFontSz" val="12" fact="NaN" max="NaN"/>
                <dgm:rule type="secFontSz" val="10" fact="NaN" max="NaN"/>
                <dgm:rule type="h" val="INF" fact="NaN" max="NaN"/>
              </dgm:ruleLst>
            </dgm:layoutNode>
            <dgm:layoutNode name="FlexibleEmptyPlaceHolder">
              <dgm:alg type="sp"/>
              <dgm:shape xmlns:r="http://schemas.openxmlformats.org/officeDocument/2006/relationships" r:blip="">
                <dgm:adjLst/>
              </dgm:shape>
              <dgm:presOf/>
              <dgm:constrLst/>
            </dgm:layoutNode>
          </dgm:layoutNode>
          <dgm:layoutNode name="ConnectLine" styleLbl="sibTrans1D1" moveWith="L2TextContainer">
            <dgm:alg type="sp"/>
            <dgm:shape xmlns:r="http://schemas.openxmlformats.org/officeDocument/2006/relationships" type="line" r:blip="">
              <dgm:adjLst/>
              <dgm:extLst>
                <a:ext uri="{B698B0E9-8C71-41B9-8309-B3DCBF30829C}">
                  <dgm1612:spPr xmlns:dgm1612="http://schemas.microsoft.com/office/drawing/2016/12/diagram">
                    <a:ln>
                      <a:prstDash val="dash"/>
                    </a:ln>
                  </dgm1612:spPr>
                </a:ext>
              </dgm:extLst>
            </dgm:shape>
            <dgm:presOf/>
            <dgm:constrLst/>
          </dgm:layoutNode>
          <dgm:layoutNode name="ConnectorPoint" styleLbl="alignNode1" moveWith="L2TextContainer">
            <dgm:alg type="sp"/>
            <dgm:shape xmlns:r="http://schemas.openxmlformats.org/officeDocument/2006/relationships" type="ellipse" r:blip="" zOrderOff="1">
              <dgm:adjLst/>
            </dgm:shape>
            <dgm:presOf/>
            <dgm:constrLst/>
          </dgm:layoutNode>
          <dgm:layoutNode name="EmptyPlaceHolder">
            <dgm:alg type="sp"/>
            <dgm:shape xmlns:r="http://schemas.openxmlformats.org/officeDocument/2006/relationships" r:blip="">
              <dgm:adjLst/>
            </dgm:shape>
            <dgm:presOf/>
            <dgm:constrLst/>
          </dgm:layoutNode>
        </dgm:layoutNode>
        <dgm:forEach name="Name28"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Node>
  <dgm:extLst>
    <a:ext uri="{68A01E43-0DF5-4B5B-8FA6-DAF915123BFB}">
      <dgm1612:lstStyle xmlns:dgm1612="http://schemas.microsoft.com/office/drawing/2016/12/diagram">
        <a:lvl1pPr>
          <a:defRPr b="1"/>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7243D74-B9C1-450A-B0F3-6C6DCB0CF20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32C27C33-9BB1-41D5-A236-12767E7E722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7AB3EA8-A58D-4C92-A3AB-D271CCC294C7}" type="datetimeFigureOut">
              <a:rPr lang="en-US" smtClean="0"/>
              <a:t>19-Nov-25</a:t>
            </a:fld>
            <a:endParaRPr lang="en-US" dirty="0"/>
          </a:p>
        </p:txBody>
      </p:sp>
      <p:sp>
        <p:nvSpPr>
          <p:cNvPr id="4" name="Footer Placeholder 3">
            <a:extLst>
              <a:ext uri="{FF2B5EF4-FFF2-40B4-BE49-F238E27FC236}">
                <a16:creationId xmlns:a16="http://schemas.microsoft.com/office/drawing/2014/main" id="{44A7EADB-04A4-4093-B238-438E2C7317A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EDDD8696-706D-440E-AE04-4C644F0613E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22A5DE8-F2C4-4DB3-88D1-656DCD59E73E}" type="slidenum">
              <a:rPr lang="en-US" smtClean="0"/>
              <a:t>‹#›</a:t>
            </a:fld>
            <a:endParaRPr lang="en-US" dirty="0"/>
          </a:p>
        </p:txBody>
      </p:sp>
    </p:spTree>
    <p:extLst>
      <p:ext uri="{BB962C8B-B14F-4D97-AF65-F5344CB8AC3E}">
        <p14:creationId xmlns:p14="http://schemas.microsoft.com/office/powerpoint/2010/main" val="178982435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AEFB4FA-E877-413E-B608-88789D806C57}" type="datetimeFigureOut">
              <a:rPr lang="en-US" noProof="0" smtClean="0"/>
              <a:t>19-Nov-25</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336304E-FDE3-4B4F-A3B7-EBE87F3FA5E2}" type="slidenum">
              <a:rPr lang="en-US" noProof="0" smtClean="0"/>
              <a:t>‹#›</a:t>
            </a:fld>
            <a:endParaRPr lang="en-US" noProof="0" dirty="0"/>
          </a:p>
        </p:txBody>
      </p:sp>
    </p:spTree>
    <p:extLst>
      <p:ext uri="{BB962C8B-B14F-4D97-AF65-F5344CB8AC3E}">
        <p14:creationId xmlns:p14="http://schemas.microsoft.com/office/powerpoint/2010/main" val="40851386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336304E-FDE3-4B4F-A3B7-EBE87F3FA5E2}" type="slidenum">
              <a:rPr lang="en-US" smtClean="0"/>
              <a:t>1</a:t>
            </a:fld>
            <a:endParaRPr lang="en-US" dirty="0"/>
          </a:p>
        </p:txBody>
      </p:sp>
    </p:spTree>
    <p:extLst>
      <p:ext uri="{BB962C8B-B14F-4D97-AF65-F5344CB8AC3E}">
        <p14:creationId xmlns:p14="http://schemas.microsoft.com/office/powerpoint/2010/main" val="344219030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svg"/><Relationship Id="rId4"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0.svg"/><Relationship Id="rId7" Type="http://schemas.openxmlformats.org/officeDocument/2006/relationships/image" Target="../media/image5.svg"/><Relationship Id="rId2" Type="http://schemas.openxmlformats.org/officeDocument/2006/relationships/image" Target="../media/image9.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7.svg"/><Relationship Id="rId4" Type="http://schemas.openxmlformats.org/officeDocument/2006/relationships/image" Target="../media/image6.png"/></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svg"/><Relationship Id="rId7" Type="http://schemas.openxmlformats.org/officeDocument/2006/relationships/image" Target="../media/image7.sv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13.svg"/><Relationship Id="rId4" Type="http://schemas.openxmlformats.org/officeDocument/2006/relationships/image" Target="../media/image12.png"/></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7.svg"/><Relationship Id="rId7" Type="http://schemas.openxmlformats.org/officeDocument/2006/relationships/image" Target="../media/image5.svg"/><Relationship Id="rId2" Type="http://schemas.openxmlformats.org/officeDocument/2006/relationships/image" Target="../media/image6.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15.svg"/><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svg"/><Relationship Id="rId7" Type="http://schemas.openxmlformats.org/officeDocument/2006/relationships/image" Target="../media/image5.sv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13.svg"/><Relationship Id="rId4" Type="http://schemas.openxmlformats.org/officeDocument/2006/relationships/image" Target="../media/image12.png"/></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FD93970-B13A-F96D-A4B1-3A1EE7484106}"/>
              </a:ext>
            </a:extLst>
          </p:cNvPr>
          <p:cNvPicPr>
            <a:picLocks noChangeAspect="1"/>
          </p:cNvPicPr>
          <p:nvPr userDrawn="1"/>
        </p:nvPicPr>
        <p:blipFill>
          <a:blip r:embed="rId2"/>
          <a:srcRect/>
          <a:stretch/>
        </p:blipFill>
        <p:spPr>
          <a:xfrm>
            <a:off x="1" y="0"/>
            <a:ext cx="12202379" cy="6857999"/>
          </a:xfrm>
          <a:prstGeom prst="rect">
            <a:avLst/>
          </a:prstGeom>
        </p:spPr>
      </p:pic>
      <p:sp>
        <p:nvSpPr>
          <p:cNvPr id="2" name="Title 1">
            <a:extLst>
              <a:ext uri="{FF2B5EF4-FFF2-40B4-BE49-F238E27FC236}">
                <a16:creationId xmlns:a16="http://schemas.microsoft.com/office/drawing/2014/main" id="{2456FD49-C258-4333-9422-358C976A341C}"/>
              </a:ext>
            </a:extLst>
          </p:cNvPr>
          <p:cNvSpPr>
            <a:spLocks noGrp="1"/>
          </p:cNvSpPr>
          <p:nvPr>
            <p:ph type="ctrTitle"/>
          </p:nvPr>
        </p:nvSpPr>
        <p:spPr>
          <a:xfrm>
            <a:off x="612648" y="502920"/>
            <a:ext cx="10954512" cy="3246120"/>
          </a:xfrm>
        </p:spPr>
        <p:txBody>
          <a:bodyPr anchor="b">
            <a:noAutofit/>
          </a:bodyPr>
          <a:lstStyle>
            <a:lvl1pPr algn="ctr">
              <a:defRPr sz="6600" b="1" i="0" cap="none" baseline="0">
                <a:solidFill>
                  <a:schemeClr val="accent2">
                    <a:lumMod val="25000"/>
                  </a:schemeClr>
                </a:solidFill>
                <a:latin typeface="+mj-lt"/>
              </a:defRPr>
            </a:lvl1pPr>
          </a:lstStyle>
          <a:p>
            <a:r>
              <a:rPr lang="en-US" noProof="0"/>
              <a:t>Click to edit Master title style</a:t>
            </a:r>
            <a:endParaRPr lang="en-US" noProof="0" dirty="0"/>
          </a:p>
        </p:txBody>
      </p:sp>
      <p:sp>
        <p:nvSpPr>
          <p:cNvPr id="3" name="Subtitle 2">
            <a:extLst>
              <a:ext uri="{FF2B5EF4-FFF2-40B4-BE49-F238E27FC236}">
                <a16:creationId xmlns:a16="http://schemas.microsoft.com/office/drawing/2014/main" id="{59758E15-A93D-4FB9-843D-1490E27A151B}"/>
              </a:ext>
            </a:extLst>
          </p:cNvPr>
          <p:cNvSpPr>
            <a:spLocks noGrp="1"/>
          </p:cNvSpPr>
          <p:nvPr>
            <p:ph type="subTitle" idx="1"/>
          </p:nvPr>
        </p:nvSpPr>
        <p:spPr>
          <a:xfrm>
            <a:off x="612648" y="3758183"/>
            <a:ext cx="10954512" cy="1307592"/>
          </a:xfrm>
        </p:spPr>
        <p:txBody>
          <a:bodyPr>
            <a:noAutofit/>
          </a:bodyPr>
          <a:lstStyle>
            <a:lvl1pPr marL="0" indent="0" algn="ctr">
              <a:buNone/>
              <a:defRPr sz="3200" b="0" cap="all" baseline="0">
                <a:solidFill>
                  <a:schemeClr val="accent2">
                    <a:lumMod val="25000"/>
                  </a:schemeClr>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endParaRPr lang="en-US" noProof="0" dirty="0"/>
          </a:p>
        </p:txBody>
      </p:sp>
    </p:spTree>
    <p:extLst>
      <p:ext uri="{BB962C8B-B14F-4D97-AF65-F5344CB8AC3E}">
        <p14:creationId xmlns:p14="http://schemas.microsoft.com/office/powerpoint/2010/main" val="33884962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01">
    <p:bg>
      <p:bgPr>
        <a:gradFill>
          <a:gsLst>
            <a:gs pos="33000">
              <a:schemeClr val="bg2"/>
            </a:gs>
            <a:gs pos="59000">
              <a:schemeClr val="tx2">
                <a:lumMod val="90000"/>
                <a:alpha val="65163"/>
              </a:schemeClr>
            </a:gs>
          </a:gsLst>
          <a:lin ang="78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7BD59-35CC-9BB3-8621-6FA3356F81AA}"/>
              </a:ext>
            </a:extLst>
          </p:cNvPr>
          <p:cNvSpPr>
            <a:spLocks noGrp="1"/>
          </p:cNvSpPr>
          <p:nvPr>
            <p:ph type="title"/>
          </p:nvPr>
        </p:nvSpPr>
        <p:spPr>
          <a:xfrm>
            <a:off x="1078992" y="850392"/>
            <a:ext cx="3913632" cy="4800600"/>
          </a:xfrm>
        </p:spPr>
        <p:txBody>
          <a:bodyPr/>
          <a:lstStyle>
            <a:lvl1pPr>
              <a:defRPr>
                <a:solidFill>
                  <a:schemeClr val="accent2">
                    <a:lumMod val="25000"/>
                  </a:schemeClr>
                </a:solidFill>
                <a:latin typeface="+mj-lt"/>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p:nvPr>
        </p:nvSpPr>
        <p:spPr>
          <a:xfrm>
            <a:off x="5358384" y="1965960"/>
            <a:ext cx="4050792" cy="2953512"/>
          </a:xfrm>
        </p:spPr>
        <p:txBody>
          <a:bodyPr anchor="ctr" anchorCtr="0"/>
          <a:lstStyle>
            <a:lvl1pPr>
              <a:defRPr cap="all" baseline="0">
                <a:solidFill>
                  <a:schemeClr val="accent2">
                    <a:lumMod val="25000"/>
                  </a:schemeClr>
                </a:solidFill>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r>
              <a:rPr lang="en-US" dirty="0"/>
              <a:t>8/6/20XX</a:t>
            </a:r>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dirty="0"/>
          </a:p>
        </p:txBody>
      </p:sp>
      <p:sp>
        <p:nvSpPr>
          <p:cNvPr id="7" name="Rounded Rectangle 4">
            <a:extLst>
              <a:ext uri="{FF2B5EF4-FFF2-40B4-BE49-F238E27FC236}">
                <a16:creationId xmlns:a16="http://schemas.microsoft.com/office/drawing/2014/main" id="{906EB944-76A9-6F98-104E-59CD34F5CF94}"/>
              </a:ext>
            </a:extLst>
          </p:cNvPr>
          <p:cNvSpPr/>
          <p:nvPr userDrawn="1"/>
        </p:nvSpPr>
        <p:spPr>
          <a:xfrm>
            <a:off x="256674" y="256674"/>
            <a:ext cx="11678651" cy="6352673"/>
          </a:xfrm>
          <a:prstGeom prst="roundRect">
            <a:avLst>
              <a:gd name="adj" fmla="val 4303"/>
            </a:avLst>
          </a:prstGeom>
          <a:no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1" name="Picture 7">
            <a:extLst>
              <a:ext uri="{FF2B5EF4-FFF2-40B4-BE49-F238E27FC236}">
                <a16:creationId xmlns:a16="http://schemas.microsoft.com/office/drawing/2014/main" id="{898C8E3F-6992-0D8A-CCA1-3DD2C147AA8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14756"/>
          <a:stretch/>
        </p:blipFill>
        <p:spPr>
          <a:xfrm>
            <a:off x="8853067" y="1"/>
            <a:ext cx="1875091" cy="1605320"/>
          </a:xfrm>
          <a:prstGeom prst="rect">
            <a:avLst/>
          </a:prstGeom>
        </p:spPr>
      </p:pic>
      <p:pic>
        <p:nvPicPr>
          <p:cNvPr id="13" name="Picture 7">
            <a:extLst>
              <a:ext uri="{FF2B5EF4-FFF2-40B4-BE49-F238E27FC236}">
                <a16:creationId xmlns:a16="http://schemas.microsoft.com/office/drawing/2014/main" id="{4417AC45-4CB7-72E8-3723-B1A3D81FB6EF}"/>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713775" y="5533690"/>
            <a:ext cx="493392" cy="495528"/>
          </a:xfrm>
          <a:prstGeom prst="rect">
            <a:avLst/>
          </a:prstGeom>
        </p:spPr>
      </p:pic>
      <p:pic>
        <p:nvPicPr>
          <p:cNvPr id="15" name="Graphic 14">
            <a:extLst>
              <a:ext uri="{FF2B5EF4-FFF2-40B4-BE49-F238E27FC236}">
                <a16:creationId xmlns:a16="http://schemas.microsoft.com/office/drawing/2014/main" id="{AE5941EF-B160-313A-DA99-73C86EDC4C17}"/>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r="46794"/>
          <a:stretch/>
        </p:blipFill>
        <p:spPr>
          <a:xfrm>
            <a:off x="10316909" y="2723673"/>
            <a:ext cx="1875091" cy="3600981"/>
          </a:xfrm>
          <a:prstGeom prst="rect">
            <a:avLst/>
          </a:prstGeom>
        </p:spPr>
      </p:pic>
      <p:pic>
        <p:nvPicPr>
          <p:cNvPr id="17" name="Graphic 16">
            <a:extLst>
              <a:ext uri="{FF2B5EF4-FFF2-40B4-BE49-F238E27FC236}">
                <a16:creationId xmlns:a16="http://schemas.microsoft.com/office/drawing/2014/main" id="{EEC16221-5852-F1A3-24D1-8EF5E907173A}"/>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b="41791"/>
          <a:stretch/>
        </p:blipFill>
        <p:spPr>
          <a:xfrm>
            <a:off x="3497179" y="6324654"/>
            <a:ext cx="910220" cy="541368"/>
          </a:xfrm>
          <a:prstGeom prst="rect">
            <a:avLst/>
          </a:prstGeom>
        </p:spPr>
      </p:pic>
      <p:pic>
        <p:nvPicPr>
          <p:cNvPr id="19" name="Graphic 18">
            <a:extLst>
              <a:ext uri="{FF2B5EF4-FFF2-40B4-BE49-F238E27FC236}">
                <a16:creationId xmlns:a16="http://schemas.microsoft.com/office/drawing/2014/main" id="{5D8B34C3-E35E-0B4E-1F8E-59C449A3C8DD}"/>
              </a:ext>
            </a:extLst>
          </p:cNvPr>
          <p:cNvPicPr>
            <a:picLocks noChangeAspect="1"/>
          </p:cNvPicPr>
          <p:nvPr userDrawn="1"/>
        </p:nvPicPr>
        <p:blipFill rotWithShape="1">
          <a:blip r:embed="rId6">
            <a:extLst>
              <a:ext uri="{96DAC541-7B7A-43D3-8B79-37D633B846F1}">
                <asvg:svgBlip xmlns:asvg="http://schemas.microsoft.com/office/drawing/2016/SVG/main" r:embed="rId7"/>
              </a:ext>
            </a:extLst>
          </a:blip>
          <a:srcRect t="31904"/>
          <a:stretch/>
        </p:blipFill>
        <p:spPr>
          <a:xfrm>
            <a:off x="1601212" y="0"/>
            <a:ext cx="1032928" cy="718708"/>
          </a:xfrm>
          <a:prstGeom prst="rect">
            <a:avLst/>
          </a:prstGeom>
        </p:spPr>
      </p:pic>
    </p:spTree>
    <p:extLst>
      <p:ext uri="{BB962C8B-B14F-4D97-AF65-F5344CB8AC3E}">
        <p14:creationId xmlns:p14="http://schemas.microsoft.com/office/powerpoint/2010/main" val="36578555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break 01">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51FEFCE-5DDA-D353-F1BF-36752F5F079A}"/>
              </a:ext>
            </a:extLst>
          </p:cNvPr>
          <p:cNvPicPr>
            <a:picLocks noChangeAspect="1"/>
          </p:cNvPicPr>
          <p:nvPr userDrawn="1"/>
        </p:nvPicPr>
        <p:blipFill>
          <a:blip r:embed="rId2"/>
          <a:srcRect/>
          <a:stretch/>
        </p:blipFill>
        <p:spPr>
          <a:xfrm>
            <a:off x="0" y="2917"/>
            <a:ext cx="12197191" cy="6855082"/>
          </a:xfrm>
          <a:prstGeom prst="rect">
            <a:avLst/>
          </a:prstGeom>
        </p:spPr>
      </p:pic>
      <p:sp>
        <p:nvSpPr>
          <p:cNvPr id="2" name="Title 1">
            <a:extLst>
              <a:ext uri="{FF2B5EF4-FFF2-40B4-BE49-F238E27FC236}">
                <a16:creationId xmlns:a16="http://schemas.microsoft.com/office/drawing/2014/main" id="{2456FD49-C258-4333-9422-358C976A341C}"/>
              </a:ext>
            </a:extLst>
          </p:cNvPr>
          <p:cNvSpPr>
            <a:spLocks noGrp="1"/>
          </p:cNvSpPr>
          <p:nvPr>
            <p:ph type="ctrTitle"/>
          </p:nvPr>
        </p:nvSpPr>
        <p:spPr>
          <a:xfrm>
            <a:off x="877824" y="1325880"/>
            <a:ext cx="10460736" cy="2286000"/>
          </a:xfrm>
        </p:spPr>
        <p:txBody>
          <a:bodyPr anchor="b">
            <a:noAutofit/>
          </a:bodyPr>
          <a:lstStyle>
            <a:lvl1pPr algn="ctr">
              <a:defRPr sz="6600" b="1" i="0" cap="none" spc="-150" baseline="0">
                <a:solidFill>
                  <a:schemeClr val="accent2">
                    <a:lumMod val="25000"/>
                  </a:schemeClr>
                </a:solidFill>
                <a:latin typeface="+mj-lt"/>
              </a:defRPr>
            </a:lvl1pPr>
          </a:lstStyle>
          <a:p>
            <a:r>
              <a:rPr lang="en-US" noProof="0"/>
              <a:t>Click to edit Master title style</a:t>
            </a:r>
            <a:endParaRPr lang="en-US" noProof="0" dirty="0"/>
          </a:p>
        </p:txBody>
      </p:sp>
      <p:sp>
        <p:nvSpPr>
          <p:cNvPr id="3" name="Subtitle 2">
            <a:extLst>
              <a:ext uri="{FF2B5EF4-FFF2-40B4-BE49-F238E27FC236}">
                <a16:creationId xmlns:a16="http://schemas.microsoft.com/office/drawing/2014/main" id="{59758E15-A93D-4FB9-843D-1490E27A151B}"/>
              </a:ext>
            </a:extLst>
          </p:cNvPr>
          <p:cNvSpPr>
            <a:spLocks noGrp="1"/>
          </p:cNvSpPr>
          <p:nvPr>
            <p:ph type="subTitle" idx="1"/>
          </p:nvPr>
        </p:nvSpPr>
        <p:spPr>
          <a:xfrm>
            <a:off x="877824" y="3749040"/>
            <a:ext cx="10460736" cy="2286000"/>
          </a:xfrm>
        </p:spPr>
        <p:txBody>
          <a:bodyPr>
            <a:noAutofit/>
          </a:bodyPr>
          <a:lstStyle>
            <a:lvl1pPr marL="0" indent="0" algn="ctr">
              <a:buNone/>
              <a:defRPr sz="3200" b="0" cap="all" baseline="0">
                <a:solidFill>
                  <a:schemeClr val="accent2">
                    <a:lumMod val="25000"/>
                  </a:schemeClr>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endParaRPr lang="en-US" noProof="0" dirty="0"/>
          </a:p>
        </p:txBody>
      </p:sp>
    </p:spTree>
    <p:extLst>
      <p:ext uri="{BB962C8B-B14F-4D97-AF65-F5344CB8AC3E}">
        <p14:creationId xmlns:p14="http://schemas.microsoft.com/office/powerpoint/2010/main" val="15027234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02">
    <p:bg>
      <p:bgPr>
        <a:gradFill>
          <a:gsLst>
            <a:gs pos="33000">
              <a:schemeClr val="bg2"/>
            </a:gs>
            <a:gs pos="59000">
              <a:schemeClr val="tx2">
                <a:lumMod val="90000"/>
                <a:alpha val="65163"/>
              </a:schemeClr>
            </a:gs>
          </a:gsLst>
          <a:lin ang="19200000" scaled="0"/>
        </a:gradFill>
        <a:effectLst/>
      </p:bgPr>
    </p:bg>
    <p:spTree>
      <p:nvGrpSpPr>
        <p:cNvPr id="1" name=""/>
        <p:cNvGrpSpPr/>
        <p:nvPr/>
      </p:nvGrpSpPr>
      <p:grpSpPr>
        <a:xfrm>
          <a:off x="0" y="0"/>
          <a:ext cx="0" cy="0"/>
          <a:chOff x="0" y="0"/>
          <a:chExt cx="0" cy="0"/>
        </a:xfrm>
      </p:grpSpPr>
      <p:sp>
        <p:nvSpPr>
          <p:cNvPr id="7" name="Rounded Rectangle 3">
            <a:extLst>
              <a:ext uri="{FF2B5EF4-FFF2-40B4-BE49-F238E27FC236}">
                <a16:creationId xmlns:a16="http://schemas.microsoft.com/office/drawing/2014/main" id="{B6718ABD-4EA5-E3C5-0225-F6671DCA53AD}"/>
              </a:ext>
            </a:extLst>
          </p:cNvPr>
          <p:cNvSpPr/>
          <p:nvPr userDrawn="1"/>
        </p:nvSpPr>
        <p:spPr>
          <a:xfrm>
            <a:off x="256674" y="256674"/>
            <a:ext cx="11678651" cy="6352673"/>
          </a:xfrm>
          <a:prstGeom prst="roundRect">
            <a:avLst>
              <a:gd name="adj" fmla="val 4303"/>
            </a:avLst>
          </a:prstGeom>
          <a:no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Graphic 7">
            <a:extLst>
              <a:ext uri="{FF2B5EF4-FFF2-40B4-BE49-F238E27FC236}">
                <a16:creationId xmlns:a16="http://schemas.microsoft.com/office/drawing/2014/main" id="{D721A955-CA2D-A65D-6E60-DAAAA4ACFA38}"/>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31050"/>
          <a:stretch/>
        </p:blipFill>
        <p:spPr>
          <a:xfrm>
            <a:off x="0" y="2887579"/>
            <a:ext cx="2432421" cy="3604662"/>
          </a:xfrm>
          <a:prstGeom prst="rect">
            <a:avLst/>
          </a:prstGeom>
        </p:spPr>
      </p:pic>
      <p:pic>
        <p:nvPicPr>
          <p:cNvPr id="9" name="Graphic 8">
            <a:extLst>
              <a:ext uri="{FF2B5EF4-FFF2-40B4-BE49-F238E27FC236}">
                <a16:creationId xmlns:a16="http://schemas.microsoft.com/office/drawing/2014/main" id="{AB70155A-604C-AD00-BE69-4505C75CE01B}"/>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t="15874" b="-1"/>
          <a:stretch/>
        </p:blipFill>
        <p:spPr>
          <a:xfrm rot="5400000">
            <a:off x="11281284" y="2493882"/>
            <a:ext cx="1032928" cy="887899"/>
          </a:xfrm>
          <a:prstGeom prst="rect">
            <a:avLst/>
          </a:prstGeom>
        </p:spPr>
      </p:pic>
      <p:pic>
        <p:nvPicPr>
          <p:cNvPr id="10" name="Graphic 9">
            <a:extLst>
              <a:ext uri="{FF2B5EF4-FFF2-40B4-BE49-F238E27FC236}">
                <a16:creationId xmlns:a16="http://schemas.microsoft.com/office/drawing/2014/main" id="{F74D1084-EF5E-D016-13E0-1840BDFFD0AE}"/>
              </a:ext>
            </a:extLst>
          </p:cNvPr>
          <p:cNvPicPr>
            <a:picLocks noChangeAspect="1"/>
          </p:cNvPicPr>
          <p:nvPr userDrawn="1"/>
        </p:nvPicPr>
        <p:blipFill rotWithShape="1">
          <a:blip r:embed="rId6">
            <a:extLst>
              <a:ext uri="{96DAC541-7B7A-43D3-8B79-37D633B846F1}">
                <asvg:svgBlip xmlns:asvg="http://schemas.microsoft.com/office/drawing/2016/SVG/main" r:embed="rId7"/>
              </a:ext>
            </a:extLst>
          </a:blip>
          <a:srcRect b="-880"/>
          <a:stretch/>
        </p:blipFill>
        <p:spPr>
          <a:xfrm>
            <a:off x="9897978" y="5987153"/>
            <a:ext cx="490012" cy="505088"/>
          </a:xfrm>
          <a:prstGeom prst="rect">
            <a:avLst/>
          </a:prstGeom>
        </p:spPr>
      </p:pic>
      <p:sp>
        <p:nvSpPr>
          <p:cNvPr id="2" name="Title 1">
            <a:extLst>
              <a:ext uri="{FF2B5EF4-FFF2-40B4-BE49-F238E27FC236}">
                <a16:creationId xmlns:a16="http://schemas.microsoft.com/office/drawing/2014/main" id="{F657BD59-35CC-9BB3-8621-6FA3356F81AA}"/>
              </a:ext>
            </a:extLst>
          </p:cNvPr>
          <p:cNvSpPr>
            <a:spLocks noGrp="1"/>
          </p:cNvSpPr>
          <p:nvPr>
            <p:ph type="title"/>
          </p:nvPr>
        </p:nvSpPr>
        <p:spPr>
          <a:xfrm>
            <a:off x="1078992" y="365760"/>
            <a:ext cx="10277856" cy="1655064"/>
          </a:xfrm>
        </p:spPr>
        <p:txBody>
          <a:bodyPr anchor="b"/>
          <a:lstStyle>
            <a:lvl1pPr>
              <a:defRPr>
                <a:latin typeface="+mj-lt"/>
              </a:defRPr>
            </a:lvl1pPr>
          </a:lstStyle>
          <a:p>
            <a:r>
              <a:rPr lang="en-US"/>
              <a:t>Click to edit Master title style</a:t>
            </a:r>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p:nvPr>
        </p:nvSpPr>
        <p:spPr>
          <a:xfrm>
            <a:off x="3575304" y="2313432"/>
            <a:ext cx="6327648" cy="3218688"/>
          </a:xfrm>
        </p:spPr>
        <p:txBody>
          <a:bodyPr anchor="ctr"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r>
              <a:rPr lang="en-US" dirty="0"/>
              <a:t>8/6/20XX</a:t>
            </a:r>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8890326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break 02">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E1B9A11-4222-BB4A-66D3-D37C79AC57C1}"/>
              </a:ext>
            </a:extLst>
          </p:cNvPr>
          <p:cNvPicPr>
            <a:picLocks noChangeAspect="1"/>
          </p:cNvPicPr>
          <p:nvPr userDrawn="1"/>
        </p:nvPicPr>
        <p:blipFill rotWithShape="1">
          <a:blip r:embed="rId2"/>
          <a:srcRect l="-1" r="21" b="21"/>
          <a:stretch/>
        </p:blipFill>
        <p:spPr>
          <a:xfrm>
            <a:off x="-2595" y="1459"/>
            <a:ext cx="12197191" cy="6855082"/>
          </a:xfrm>
          <a:prstGeom prst="rect">
            <a:avLst/>
          </a:prstGeom>
        </p:spPr>
      </p:pic>
      <p:sp>
        <p:nvSpPr>
          <p:cNvPr id="2" name="Title 1">
            <a:extLst>
              <a:ext uri="{FF2B5EF4-FFF2-40B4-BE49-F238E27FC236}">
                <a16:creationId xmlns:a16="http://schemas.microsoft.com/office/drawing/2014/main" id="{2456FD49-C258-4333-9422-358C976A341C}"/>
              </a:ext>
            </a:extLst>
          </p:cNvPr>
          <p:cNvSpPr>
            <a:spLocks noGrp="1"/>
          </p:cNvSpPr>
          <p:nvPr>
            <p:ph type="ctrTitle"/>
          </p:nvPr>
        </p:nvSpPr>
        <p:spPr>
          <a:xfrm>
            <a:off x="4654296" y="27432"/>
            <a:ext cx="7004304" cy="3566160"/>
          </a:xfrm>
        </p:spPr>
        <p:txBody>
          <a:bodyPr anchor="b">
            <a:noAutofit/>
          </a:bodyPr>
          <a:lstStyle>
            <a:lvl1pPr algn="ctr">
              <a:defRPr sz="6000" b="1" i="0" cap="none" spc="-150" baseline="0">
                <a:solidFill>
                  <a:schemeClr val="accent2">
                    <a:lumMod val="25000"/>
                  </a:schemeClr>
                </a:solidFill>
                <a:latin typeface="+mj-lt"/>
              </a:defRPr>
            </a:lvl1pPr>
          </a:lstStyle>
          <a:p>
            <a:r>
              <a:rPr lang="en-US" noProof="0"/>
              <a:t>Click to edit Master title style</a:t>
            </a:r>
            <a:endParaRPr lang="en-US" noProof="0" dirty="0"/>
          </a:p>
        </p:txBody>
      </p:sp>
      <p:sp>
        <p:nvSpPr>
          <p:cNvPr id="3" name="Subtitle 2">
            <a:extLst>
              <a:ext uri="{FF2B5EF4-FFF2-40B4-BE49-F238E27FC236}">
                <a16:creationId xmlns:a16="http://schemas.microsoft.com/office/drawing/2014/main" id="{59758E15-A93D-4FB9-843D-1490E27A151B}"/>
              </a:ext>
            </a:extLst>
          </p:cNvPr>
          <p:cNvSpPr>
            <a:spLocks noGrp="1"/>
          </p:cNvSpPr>
          <p:nvPr>
            <p:ph type="subTitle" idx="1"/>
          </p:nvPr>
        </p:nvSpPr>
        <p:spPr>
          <a:xfrm>
            <a:off x="4654295" y="3767328"/>
            <a:ext cx="7004303" cy="1161288"/>
          </a:xfrm>
        </p:spPr>
        <p:txBody>
          <a:bodyPr>
            <a:noAutofit/>
          </a:bodyPr>
          <a:lstStyle>
            <a:lvl1pPr marL="0" indent="0" algn="ctr">
              <a:buNone/>
              <a:defRPr sz="3200" b="0" cap="all" baseline="0">
                <a:solidFill>
                  <a:schemeClr val="accent2">
                    <a:lumMod val="25000"/>
                  </a:schemeClr>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endParaRPr lang="en-US" noProof="0" dirty="0"/>
          </a:p>
        </p:txBody>
      </p:sp>
    </p:spTree>
    <p:extLst>
      <p:ext uri="{BB962C8B-B14F-4D97-AF65-F5344CB8AC3E}">
        <p14:creationId xmlns:p14="http://schemas.microsoft.com/office/powerpoint/2010/main" val="33296238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ntent 01">
    <p:bg>
      <p:bgPr>
        <a:gradFill>
          <a:gsLst>
            <a:gs pos="33000">
              <a:schemeClr val="bg2"/>
            </a:gs>
            <a:gs pos="59000">
              <a:schemeClr val="tx2">
                <a:lumMod val="90000"/>
                <a:alpha val="65163"/>
              </a:schemeClr>
            </a:gs>
          </a:gsLst>
          <a:lin ang="21594000" scaled="0"/>
        </a:gra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772C86F9-080E-93F7-C7B1-F5BEAD84E36E}"/>
              </a:ext>
            </a:extLst>
          </p:cNvPr>
          <p:cNvSpPr>
            <a:spLocks noGrp="1"/>
          </p:cNvSpPr>
          <p:nvPr>
            <p:ph type="title"/>
          </p:nvPr>
        </p:nvSpPr>
        <p:spPr>
          <a:xfrm>
            <a:off x="1078992" y="365760"/>
            <a:ext cx="10506456" cy="1655064"/>
          </a:xfrm>
        </p:spPr>
        <p:txBody>
          <a:bodyPr anchor="b"/>
          <a:lstStyle>
            <a:lvl1pPr>
              <a:defRPr>
                <a:latin typeface="+mj-lt"/>
              </a:defRPr>
            </a:lvl1pPr>
          </a:lstStyle>
          <a:p>
            <a:r>
              <a:rPr lang="en-US"/>
              <a:t>Click to edit Master title style</a:t>
            </a:r>
          </a:p>
        </p:txBody>
      </p:sp>
      <p:sp>
        <p:nvSpPr>
          <p:cNvPr id="3" name="Content Placeholder 2">
            <a:extLst>
              <a:ext uri="{FF2B5EF4-FFF2-40B4-BE49-F238E27FC236}">
                <a16:creationId xmlns:a16="http://schemas.microsoft.com/office/drawing/2014/main" id="{0C813049-5F46-053E-6279-8183259649A6}"/>
              </a:ext>
            </a:extLst>
          </p:cNvPr>
          <p:cNvSpPr>
            <a:spLocks noGrp="1"/>
          </p:cNvSpPr>
          <p:nvPr>
            <p:ph sz="half" idx="1"/>
          </p:nvPr>
        </p:nvSpPr>
        <p:spPr>
          <a:xfrm>
            <a:off x="1097280" y="2432304"/>
            <a:ext cx="3108960" cy="34123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2DFB03A-367B-9ADA-8071-E22871EC115F}"/>
              </a:ext>
            </a:extLst>
          </p:cNvPr>
          <p:cNvSpPr>
            <a:spLocks noGrp="1"/>
          </p:cNvSpPr>
          <p:nvPr>
            <p:ph sz="half" idx="2"/>
          </p:nvPr>
        </p:nvSpPr>
        <p:spPr>
          <a:xfrm>
            <a:off x="4736592" y="1920240"/>
            <a:ext cx="6620256" cy="391363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r>
              <a:rPr lang="en-US" dirty="0"/>
              <a:t>8/6/20XX</a:t>
            </a:r>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dirty="0"/>
          </a:p>
        </p:txBody>
      </p:sp>
      <p:sp>
        <p:nvSpPr>
          <p:cNvPr id="12" name="Rounded Rectangle 11">
            <a:extLst>
              <a:ext uri="{FF2B5EF4-FFF2-40B4-BE49-F238E27FC236}">
                <a16:creationId xmlns:a16="http://schemas.microsoft.com/office/drawing/2014/main" id="{7FF98F94-8801-13BE-8EB4-01921AC196C8}"/>
              </a:ext>
            </a:extLst>
          </p:cNvPr>
          <p:cNvSpPr/>
          <p:nvPr userDrawn="1"/>
        </p:nvSpPr>
        <p:spPr>
          <a:xfrm>
            <a:off x="256674" y="256674"/>
            <a:ext cx="11678651" cy="6352673"/>
          </a:xfrm>
          <a:prstGeom prst="roundRect">
            <a:avLst>
              <a:gd name="adj" fmla="val 4303"/>
            </a:avLst>
          </a:prstGeom>
          <a:no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Graphic 7">
            <a:extLst>
              <a:ext uri="{FF2B5EF4-FFF2-40B4-BE49-F238E27FC236}">
                <a16:creationId xmlns:a16="http://schemas.microsoft.com/office/drawing/2014/main" id="{B7BF5718-9534-FD92-79D7-ECC66603E704}"/>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r="62387"/>
          <a:stretch/>
        </p:blipFill>
        <p:spPr>
          <a:xfrm rot="5400000">
            <a:off x="1778676" y="5204330"/>
            <a:ext cx="907513" cy="2465321"/>
          </a:xfrm>
          <a:prstGeom prst="rect">
            <a:avLst/>
          </a:prstGeom>
        </p:spPr>
      </p:pic>
      <p:pic>
        <p:nvPicPr>
          <p:cNvPr id="9" name="Graphic 8">
            <a:extLst>
              <a:ext uri="{FF2B5EF4-FFF2-40B4-BE49-F238E27FC236}">
                <a16:creationId xmlns:a16="http://schemas.microsoft.com/office/drawing/2014/main" id="{4FF40650-9AD0-96F8-F702-185D1729AF8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593558" y="5429608"/>
            <a:ext cx="406214" cy="415066"/>
          </a:xfrm>
          <a:prstGeom prst="rect">
            <a:avLst/>
          </a:prstGeom>
        </p:spPr>
      </p:pic>
      <p:pic>
        <p:nvPicPr>
          <p:cNvPr id="10" name="Graphic 9">
            <a:extLst>
              <a:ext uri="{FF2B5EF4-FFF2-40B4-BE49-F238E27FC236}">
                <a16:creationId xmlns:a16="http://schemas.microsoft.com/office/drawing/2014/main" id="{83AC8518-2F0B-6FC0-0C0E-6CE9D00EAC71}"/>
              </a:ext>
            </a:extLst>
          </p:cNvPr>
          <p:cNvPicPr>
            <a:picLocks noChangeAspect="1"/>
          </p:cNvPicPr>
          <p:nvPr userDrawn="1"/>
        </p:nvPicPr>
        <p:blipFill rotWithShape="1">
          <a:blip r:embed="rId6">
            <a:extLst>
              <a:ext uri="{96DAC541-7B7A-43D3-8B79-37D633B846F1}">
                <asvg:svgBlip xmlns:asvg="http://schemas.microsoft.com/office/drawing/2016/SVG/main" r:embed="rId7"/>
              </a:ext>
            </a:extLst>
          </a:blip>
          <a:srcRect t="-4860" b="-1"/>
          <a:stretch/>
        </p:blipFill>
        <p:spPr>
          <a:xfrm>
            <a:off x="10214191" y="365126"/>
            <a:ext cx="1032928" cy="1106730"/>
          </a:xfrm>
          <a:prstGeom prst="rect">
            <a:avLst/>
          </a:prstGeom>
        </p:spPr>
      </p:pic>
    </p:spTree>
    <p:extLst>
      <p:ext uri="{BB962C8B-B14F-4D97-AF65-F5344CB8AC3E}">
        <p14:creationId xmlns:p14="http://schemas.microsoft.com/office/powerpoint/2010/main" val="31963603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le and content 03">
    <p:bg>
      <p:bgPr>
        <a:gradFill>
          <a:gsLst>
            <a:gs pos="33000">
              <a:schemeClr val="bg2"/>
            </a:gs>
            <a:gs pos="59000">
              <a:schemeClr val="tx2">
                <a:lumMod val="90000"/>
                <a:alpha val="65163"/>
              </a:schemeClr>
            </a:gs>
          </a:gsLst>
          <a:lin ang="19200000" scaled="0"/>
        </a:gradFill>
        <a:effectLst/>
      </p:bgPr>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E7B4AF60-AC65-3E7A-4A5D-EBF1A7030D9B}"/>
              </a:ext>
            </a:extLst>
          </p:cNvPr>
          <p:cNvPicPr>
            <a:picLocks noChangeAspect="1"/>
          </p:cNvPicPr>
          <p:nvPr userDrawn="1"/>
        </p:nvPicPr>
        <p:blipFill rotWithShape="1">
          <a:blip r:embed="rId2"/>
          <a:srcRect l="3063" b="3063"/>
          <a:stretch/>
        </p:blipFill>
        <p:spPr>
          <a:xfrm>
            <a:off x="1" y="2917"/>
            <a:ext cx="12197189" cy="6855082"/>
          </a:xfrm>
          <a:prstGeom prst="rect">
            <a:avLst/>
          </a:prstGeom>
        </p:spPr>
      </p:pic>
      <p:sp>
        <p:nvSpPr>
          <p:cNvPr id="12" name="Rounded Rectangle 4">
            <a:extLst>
              <a:ext uri="{FF2B5EF4-FFF2-40B4-BE49-F238E27FC236}">
                <a16:creationId xmlns:a16="http://schemas.microsoft.com/office/drawing/2014/main" id="{95671103-2960-81E2-9A76-0E7FDE6B3E55}"/>
              </a:ext>
            </a:extLst>
          </p:cNvPr>
          <p:cNvSpPr/>
          <p:nvPr userDrawn="1"/>
        </p:nvSpPr>
        <p:spPr>
          <a:xfrm>
            <a:off x="256674" y="256674"/>
            <a:ext cx="11678651" cy="6352673"/>
          </a:xfrm>
          <a:prstGeom prst="roundRect">
            <a:avLst>
              <a:gd name="adj" fmla="val 4303"/>
            </a:avLst>
          </a:prstGeom>
          <a:no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657BD59-35CC-9BB3-8621-6FA3356F81AA}"/>
              </a:ext>
            </a:extLst>
          </p:cNvPr>
          <p:cNvSpPr>
            <a:spLocks noGrp="1"/>
          </p:cNvSpPr>
          <p:nvPr>
            <p:ph type="title"/>
          </p:nvPr>
        </p:nvSpPr>
        <p:spPr>
          <a:xfrm>
            <a:off x="1078992" y="365760"/>
            <a:ext cx="10277856" cy="1655064"/>
          </a:xfrm>
        </p:spPr>
        <p:txBody>
          <a:bodyPr anchor="b"/>
          <a:lstStyle>
            <a:lvl1pPr>
              <a:defRPr>
                <a:latin typeface="+mj-lt"/>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p:nvPr>
        </p:nvSpPr>
        <p:spPr>
          <a:xfrm>
            <a:off x="3575304" y="2276856"/>
            <a:ext cx="6327648" cy="3090672"/>
          </a:xfrm>
        </p:spPr>
        <p:txBody>
          <a:bodyPr anchor="ctr"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r>
              <a:rPr lang="en-US" dirty="0"/>
              <a:t>8/6/20XX</a:t>
            </a:r>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7012648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Two content 02">
    <p:bg>
      <p:bgPr>
        <a:gradFill>
          <a:gsLst>
            <a:gs pos="33000">
              <a:schemeClr val="bg2"/>
            </a:gs>
            <a:gs pos="59000">
              <a:schemeClr val="tx2">
                <a:lumMod val="90000"/>
                <a:alpha val="65163"/>
              </a:schemeClr>
            </a:gs>
          </a:gsLst>
          <a:lin ang="16800000" scaled="0"/>
        </a:gradFill>
        <a:effectLst/>
      </p:bgPr>
    </p:bg>
    <p:spTree>
      <p:nvGrpSpPr>
        <p:cNvPr id="1" name=""/>
        <p:cNvGrpSpPr/>
        <p:nvPr/>
      </p:nvGrpSpPr>
      <p:grpSpPr>
        <a:xfrm>
          <a:off x="0" y="0"/>
          <a:ext cx="0" cy="0"/>
          <a:chOff x="0" y="0"/>
          <a:chExt cx="0" cy="0"/>
        </a:xfrm>
      </p:grpSpPr>
      <p:sp>
        <p:nvSpPr>
          <p:cNvPr id="7" name="Rounded Rectangle 4">
            <a:extLst>
              <a:ext uri="{FF2B5EF4-FFF2-40B4-BE49-F238E27FC236}">
                <a16:creationId xmlns:a16="http://schemas.microsoft.com/office/drawing/2014/main" id="{86060D16-E6F6-EA0E-E58E-526234AB6564}"/>
              </a:ext>
            </a:extLst>
          </p:cNvPr>
          <p:cNvSpPr/>
          <p:nvPr userDrawn="1"/>
        </p:nvSpPr>
        <p:spPr>
          <a:xfrm>
            <a:off x="256674" y="256674"/>
            <a:ext cx="11678651" cy="6352673"/>
          </a:xfrm>
          <a:prstGeom prst="roundRect">
            <a:avLst>
              <a:gd name="adj" fmla="val 4303"/>
            </a:avLst>
          </a:prstGeom>
          <a:no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Graphic 7">
            <a:extLst>
              <a:ext uri="{FF2B5EF4-FFF2-40B4-BE49-F238E27FC236}">
                <a16:creationId xmlns:a16="http://schemas.microsoft.com/office/drawing/2014/main" id="{0E0958AA-6F1A-C4A2-FB66-1A6F7F8834B5}"/>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6095" b="-1"/>
          <a:stretch/>
        </p:blipFill>
        <p:spPr>
          <a:xfrm>
            <a:off x="569419" y="4426479"/>
            <a:ext cx="1472805" cy="1596616"/>
          </a:xfrm>
          <a:prstGeom prst="rect">
            <a:avLst/>
          </a:prstGeom>
        </p:spPr>
      </p:pic>
      <p:pic>
        <p:nvPicPr>
          <p:cNvPr id="9" name="Graphic 8">
            <a:extLst>
              <a:ext uri="{FF2B5EF4-FFF2-40B4-BE49-F238E27FC236}">
                <a16:creationId xmlns:a16="http://schemas.microsoft.com/office/drawing/2014/main" id="{3DEADFA2-398E-9388-8295-063D31FB38EB}"/>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6095" b="-1"/>
          <a:stretch/>
        </p:blipFill>
        <p:spPr>
          <a:xfrm rot="3765410" flipV="1">
            <a:off x="1448505" y="4094575"/>
            <a:ext cx="862484" cy="934988"/>
          </a:xfrm>
          <a:prstGeom prst="rect">
            <a:avLst/>
          </a:prstGeom>
        </p:spPr>
      </p:pic>
      <p:pic>
        <p:nvPicPr>
          <p:cNvPr id="10" name="Picture 7">
            <a:extLst>
              <a:ext uri="{FF2B5EF4-FFF2-40B4-BE49-F238E27FC236}">
                <a16:creationId xmlns:a16="http://schemas.microsoft.com/office/drawing/2014/main" id="{D09A7588-8EFD-A0C5-4235-45B7D657ECF4}"/>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b="35453"/>
          <a:stretch/>
        </p:blipFill>
        <p:spPr>
          <a:xfrm>
            <a:off x="9469547" y="5719093"/>
            <a:ext cx="1756858" cy="1138907"/>
          </a:xfrm>
          <a:prstGeom prst="rect">
            <a:avLst/>
          </a:prstGeom>
        </p:spPr>
      </p:pic>
      <p:pic>
        <p:nvPicPr>
          <p:cNvPr id="13" name="Graphic 12">
            <a:extLst>
              <a:ext uri="{FF2B5EF4-FFF2-40B4-BE49-F238E27FC236}">
                <a16:creationId xmlns:a16="http://schemas.microsoft.com/office/drawing/2014/main" id="{EF04D7D6-513C-D18A-AF21-D10F0E5D3B82}"/>
              </a:ext>
            </a:extLst>
          </p:cNvPr>
          <p:cNvPicPr>
            <a:picLocks noChangeAspect="1"/>
          </p:cNvPicPr>
          <p:nvPr userDrawn="1"/>
        </p:nvPicPr>
        <p:blipFill rotWithShape="1">
          <a:blip r:embed="rId6">
            <a:extLst>
              <a:ext uri="{96DAC541-7B7A-43D3-8B79-37D633B846F1}">
                <asvg:svgBlip xmlns:asvg="http://schemas.microsoft.com/office/drawing/2016/SVG/main" r:embed="rId7"/>
              </a:ext>
            </a:extLst>
          </a:blip>
          <a:srcRect l="-1" r="-750"/>
          <a:stretch/>
        </p:blipFill>
        <p:spPr>
          <a:xfrm>
            <a:off x="8844546" y="50582"/>
            <a:ext cx="1307037" cy="1325563"/>
          </a:xfrm>
          <a:prstGeom prst="rect">
            <a:avLst/>
          </a:prstGeom>
        </p:spPr>
      </p:pic>
      <p:sp>
        <p:nvSpPr>
          <p:cNvPr id="2" name="Title 1">
            <a:extLst>
              <a:ext uri="{FF2B5EF4-FFF2-40B4-BE49-F238E27FC236}">
                <a16:creationId xmlns:a16="http://schemas.microsoft.com/office/drawing/2014/main" id="{F657BD59-35CC-9BB3-8621-6FA3356F81AA}"/>
              </a:ext>
            </a:extLst>
          </p:cNvPr>
          <p:cNvSpPr>
            <a:spLocks noGrp="1"/>
          </p:cNvSpPr>
          <p:nvPr>
            <p:ph type="title"/>
          </p:nvPr>
        </p:nvSpPr>
        <p:spPr>
          <a:xfrm>
            <a:off x="1078992" y="365760"/>
            <a:ext cx="10277856" cy="1655064"/>
          </a:xfrm>
        </p:spPr>
        <p:txBody>
          <a:bodyPr anchor="b"/>
          <a:lstStyle>
            <a:lvl1pPr>
              <a:defRPr>
                <a:latin typeface="+mj-lt"/>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p:nvPr>
        </p:nvSpPr>
        <p:spPr>
          <a:xfrm>
            <a:off x="3575304" y="2441448"/>
            <a:ext cx="3602736" cy="3575304"/>
          </a:xfrm>
        </p:spPr>
        <p:txBody>
          <a:bodyPr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2">
            <a:extLst>
              <a:ext uri="{FF2B5EF4-FFF2-40B4-BE49-F238E27FC236}">
                <a16:creationId xmlns:a16="http://schemas.microsoft.com/office/drawing/2014/main" id="{D1DCC4A1-0DB3-3480-3A1A-78FC85FE7ECE}"/>
              </a:ext>
            </a:extLst>
          </p:cNvPr>
          <p:cNvSpPr>
            <a:spLocks noGrp="1"/>
          </p:cNvSpPr>
          <p:nvPr>
            <p:ph idx="13"/>
          </p:nvPr>
        </p:nvSpPr>
        <p:spPr>
          <a:xfrm>
            <a:off x="7671816" y="2441448"/>
            <a:ext cx="3602736" cy="3575304"/>
          </a:xfrm>
        </p:spPr>
        <p:txBody>
          <a:bodyPr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r>
              <a:rPr lang="en-US" dirty="0"/>
              <a:t>8/6/20XX</a:t>
            </a:r>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14997282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content 03">
    <p:bg>
      <p:bgPr>
        <a:solidFill>
          <a:schemeClr val="tx2"/>
        </a:solidFill>
        <a:effectLst/>
      </p:bgPr>
    </p:bg>
    <p:spTree>
      <p:nvGrpSpPr>
        <p:cNvPr id="1" name=""/>
        <p:cNvGrpSpPr/>
        <p:nvPr/>
      </p:nvGrpSpPr>
      <p:grpSpPr>
        <a:xfrm>
          <a:off x="0" y="0"/>
          <a:ext cx="0" cy="0"/>
          <a:chOff x="0" y="0"/>
          <a:chExt cx="0" cy="0"/>
        </a:xfrm>
      </p:grpSpPr>
      <p:sp>
        <p:nvSpPr>
          <p:cNvPr id="4" name="Rounded Rectangle 6">
            <a:extLst>
              <a:ext uri="{FF2B5EF4-FFF2-40B4-BE49-F238E27FC236}">
                <a16:creationId xmlns:a16="http://schemas.microsoft.com/office/drawing/2014/main" id="{1B32A35F-9C9A-7C7D-DE93-B55FFF07D66E}"/>
              </a:ext>
            </a:extLst>
          </p:cNvPr>
          <p:cNvSpPr/>
          <p:nvPr userDrawn="1"/>
        </p:nvSpPr>
        <p:spPr>
          <a:xfrm>
            <a:off x="256674" y="256674"/>
            <a:ext cx="11678651" cy="6352673"/>
          </a:xfrm>
          <a:prstGeom prst="roundRect">
            <a:avLst>
              <a:gd name="adj" fmla="val 4303"/>
            </a:avLst>
          </a:prstGeom>
          <a:no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itle 1">
            <a:extLst>
              <a:ext uri="{FF2B5EF4-FFF2-40B4-BE49-F238E27FC236}">
                <a16:creationId xmlns:a16="http://schemas.microsoft.com/office/drawing/2014/main" id="{198299DF-E702-8750-30F5-798D7C96AA46}"/>
              </a:ext>
            </a:extLst>
          </p:cNvPr>
          <p:cNvSpPr>
            <a:spLocks noGrp="1"/>
          </p:cNvSpPr>
          <p:nvPr>
            <p:ph type="title"/>
          </p:nvPr>
        </p:nvSpPr>
        <p:spPr>
          <a:xfrm>
            <a:off x="1078992" y="365760"/>
            <a:ext cx="10277856" cy="1655064"/>
          </a:xfrm>
        </p:spPr>
        <p:txBody>
          <a:bodyPr anchor="b"/>
          <a:lstStyle>
            <a:lvl1pPr>
              <a:defRPr>
                <a:latin typeface="+mj-lt"/>
              </a:defRPr>
            </a:lvl1pPr>
          </a:lstStyle>
          <a:p>
            <a:r>
              <a:rPr lang="en-US"/>
              <a:t>Click to edit Master title style</a:t>
            </a:r>
            <a:endParaRPr lang="en-US" dirty="0"/>
          </a:p>
        </p:txBody>
      </p:sp>
      <p:sp>
        <p:nvSpPr>
          <p:cNvPr id="10" name="Content Placeholder 2">
            <a:extLst>
              <a:ext uri="{FF2B5EF4-FFF2-40B4-BE49-F238E27FC236}">
                <a16:creationId xmlns:a16="http://schemas.microsoft.com/office/drawing/2014/main" id="{30CE72F6-1D9D-E61E-F1EE-2861FDF7654A}"/>
              </a:ext>
            </a:extLst>
          </p:cNvPr>
          <p:cNvSpPr>
            <a:spLocks noGrp="1"/>
          </p:cNvSpPr>
          <p:nvPr>
            <p:ph idx="1"/>
          </p:nvPr>
        </p:nvSpPr>
        <p:spPr>
          <a:xfrm>
            <a:off x="1170432" y="2459736"/>
            <a:ext cx="2843784" cy="3090672"/>
          </a:xfrm>
        </p:spPr>
        <p:txBody>
          <a:bodyPr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Content Placeholder 2">
            <a:extLst>
              <a:ext uri="{FF2B5EF4-FFF2-40B4-BE49-F238E27FC236}">
                <a16:creationId xmlns:a16="http://schemas.microsoft.com/office/drawing/2014/main" id="{6EFAE94C-C299-8167-1BD9-4FC98C04C63C}"/>
              </a:ext>
            </a:extLst>
          </p:cNvPr>
          <p:cNvSpPr>
            <a:spLocks noGrp="1"/>
          </p:cNvSpPr>
          <p:nvPr>
            <p:ph idx="13"/>
          </p:nvPr>
        </p:nvSpPr>
        <p:spPr>
          <a:xfrm>
            <a:off x="4233672" y="2523744"/>
            <a:ext cx="6693408" cy="3273552"/>
          </a:xfrm>
        </p:spPr>
        <p:txBody>
          <a:bodyPr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r>
              <a:rPr lang="en-US" dirty="0"/>
              <a:t>8/6/20XX</a:t>
            </a:r>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38549479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content 04">
    <p:bg>
      <p:bgPr>
        <a:solidFill>
          <a:schemeClr val="tx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198299DF-E702-8750-30F5-798D7C96AA46}"/>
              </a:ext>
            </a:extLst>
          </p:cNvPr>
          <p:cNvSpPr>
            <a:spLocks noGrp="1"/>
          </p:cNvSpPr>
          <p:nvPr>
            <p:ph type="title"/>
          </p:nvPr>
        </p:nvSpPr>
        <p:spPr>
          <a:xfrm>
            <a:off x="1078992" y="365760"/>
            <a:ext cx="10277856" cy="1655064"/>
          </a:xfrm>
        </p:spPr>
        <p:txBody>
          <a:bodyPr anchor="b"/>
          <a:lstStyle>
            <a:lvl1pPr>
              <a:defRPr>
                <a:latin typeface="+mj-lt"/>
              </a:defRPr>
            </a:lvl1pPr>
          </a:lstStyle>
          <a:p>
            <a:r>
              <a:rPr lang="en-US"/>
              <a:t>Click to edit Master title style</a:t>
            </a:r>
            <a:endParaRPr lang="en-US" dirty="0"/>
          </a:p>
        </p:txBody>
      </p:sp>
      <p:sp>
        <p:nvSpPr>
          <p:cNvPr id="11" name="Content Placeholder 2">
            <a:extLst>
              <a:ext uri="{FF2B5EF4-FFF2-40B4-BE49-F238E27FC236}">
                <a16:creationId xmlns:a16="http://schemas.microsoft.com/office/drawing/2014/main" id="{6EFAE94C-C299-8167-1BD9-4FC98C04C63C}"/>
              </a:ext>
            </a:extLst>
          </p:cNvPr>
          <p:cNvSpPr>
            <a:spLocks noGrp="1"/>
          </p:cNvSpPr>
          <p:nvPr>
            <p:ph idx="13"/>
          </p:nvPr>
        </p:nvSpPr>
        <p:spPr>
          <a:xfrm>
            <a:off x="1207008" y="2523744"/>
            <a:ext cx="9720072" cy="3255264"/>
          </a:xfrm>
        </p:spPr>
        <p:txBody>
          <a:bodyPr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r>
              <a:rPr lang="en-US" dirty="0"/>
              <a:t>8/6/20XX</a:t>
            </a:r>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dirty="0"/>
          </a:p>
        </p:txBody>
      </p:sp>
      <p:sp>
        <p:nvSpPr>
          <p:cNvPr id="4" name="Rounded Rectangle 6">
            <a:extLst>
              <a:ext uri="{FF2B5EF4-FFF2-40B4-BE49-F238E27FC236}">
                <a16:creationId xmlns:a16="http://schemas.microsoft.com/office/drawing/2014/main" id="{1B32A35F-9C9A-7C7D-DE93-B55FFF07D66E}"/>
              </a:ext>
            </a:extLst>
          </p:cNvPr>
          <p:cNvSpPr/>
          <p:nvPr userDrawn="1"/>
        </p:nvSpPr>
        <p:spPr>
          <a:xfrm>
            <a:off x="256674" y="256674"/>
            <a:ext cx="11678651" cy="6352673"/>
          </a:xfrm>
          <a:prstGeom prst="roundRect">
            <a:avLst>
              <a:gd name="adj" fmla="val 4303"/>
            </a:avLst>
          </a:prstGeom>
          <a:no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5184807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ection break 03">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57A51A8B-A15C-2A94-1E48-F9615101DF48}"/>
              </a:ext>
            </a:extLst>
          </p:cNvPr>
          <p:cNvPicPr>
            <a:picLocks noChangeAspect="1"/>
          </p:cNvPicPr>
          <p:nvPr userDrawn="1"/>
        </p:nvPicPr>
        <p:blipFill rotWithShape="1">
          <a:blip r:embed="rId2"/>
          <a:srcRect l="8991" t="11245" r="3785" b="1531"/>
          <a:stretch/>
        </p:blipFill>
        <p:spPr>
          <a:xfrm>
            <a:off x="0" y="2917"/>
            <a:ext cx="12197192" cy="6855083"/>
          </a:xfrm>
          <a:prstGeom prst="rect">
            <a:avLst/>
          </a:prstGeom>
        </p:spPr>
      </p:pic>
      <p:sp>
        <p:nvSpPr>
          <p:cNvPr id="2" name="Title 1">
            <a:extLst>
              <a:ext uri="{FF2B5EF4-FFF2-40B4-BE49-F238E27FC236}">
                <a16:creationId xmlns:a16="http://schemas.microsoft.com/office/drawing/2014/main" id="{2456FD49-C258-4333-9422-358C976A341C}"/>
              </a:ext>
            </a:extLst>
          </p:cNvPr>
          <p:cNvSpPr>
            <a:spLocks noGrp="1"/>
          </p:cNvSpPr>
          <p:nvPr>
            <p:ph type="ctrTitle"/>
          </p:nvPr>
        </p:nvSpPr>
        <p:spPr>
          <a:xfrm>
            <a:off x="612648" y="1600200"/>
            <a:ext cx="10991088" cy="3657600"/>
          </a:xfrm>
        </p:spPr>
        <p:txBody>
          <a:bodyPr anchor="ctr">
            <a:noAutofit/>
          </a:bodyPr>
          <a:lstStyle>
            <a:lvl1pPr algn="ctr">
              <a:defRPr sz="6600" b="1" i="0" cap="none" spc="-150" baseline="0">
                <a:solidFill>
                  <a:schemeClr val="accent2">
                    <a:lumMod val="25000"/>
                  </a:schemeClr>
                </a:solidFill>
                <a:latin typeface="+mj-lt"/>
              </a:defRPr>
            </a:lvl1pPr>
          </a:lstStyle>
          <a:p>
            <a:r>
              <a:rPr lang="en-US" noProof="0"/>
              <a:t>Click to edit Master title style</a:t>
            </a:r>
            <a:endParaRPr lang="en-US" noProof="0" dirty="0"/>
          </a:p>
        </p:txBody>
      </p:sp>
    </p:spTree>
    <p:extLst>
      <p:ext uri="{BB962C8B-B14F-4D97-AF65-F5344CB8AC3E}">
        <p14:creationId xmlns:p14="http://schemas.microsoft.com/office/powerpoint/2010/main" val="109949208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wo content 04">
    <p:bg>
      <p:bgPr>
        <a:gradFill>
          <a:gsLst>
            <a:gs pos="33000">
              <a:schemeClr val="bg2"/>
            </a:gs>
            <a:gs pos="59000">
              <a:schemeClr val="tx2">
                <a:lumMod val="90000"/>
                <a:alpha val="65163"/>
              </a:schemeClr>
            </a:gs>
          </a:gsLst>
          <a:lin ang="13800000" scaled="0"/>
        </a:gradFill>
        <a:effectLst/>
      </p:bgPr>
    </p:bg>
    <p:spTree>
      <p:nvGrpSpPr>
        <p:cNvPr id="1" name=""/>
        <p:cNvGrpSpPr/>
        <p:nvPr/>
      </p:nvGrpSpPr>
      <p:grpSpPr>
        <a:xfrm>
          <a:off x="0" y="0"/>
          <a:ext cx="0" cy="0"/>
          <a:chOff x="0" y="0"/>
          <a:chExt cx="0" cy="0"/>
        </a:xfrm>
      </p:grpSpPr>
      <p:sp>
        <p:nvSpPr>
          <p:cNvPr id="11" name="Rounded Rectangle 4">
            <a:extLst>
              <a:ext uri="{FF2B5EF4-FFF2-40B4-BE49-F238E27FC236}">
                <a16:creationId xmlns:a16="http://schemas.microsoft.com/office/drawing/2014/main" id="{5697808D-10E0-D8A5-5D07-E176EBB8F2BB}"/>
              </a:ext>
            </a:extLst>
          </p:cNvPr>
          <p:cNvSpPr/>
          <p:nvPr userDrawn="1"/>
        </p:nvSpPr>
        <p:spPr>
          <a:xfrm>
            <a:off x="256674" y="256674"/>
            <a:ext cx="11678651" cy="6352673"/>
          </a:xfrm>
          <a:prstGeom prst="roundRect">
            <a:avLst>
              <a:gd name="adj" fmla="val 4303"/>
            </a:avLst>
          </a:prstGeom>
          <a:no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2" name="Picture 7">
            <a:extLst>
              <a:ext uri="{FF2B5EF4-FFF2-40B4-BE49-F238E27FC236}">
                <a16:creationId xmlns:a16="http://schemas.microsoft.com/office/drawing/2014/main" id="{0234D012-F86E-04CE-78C8-2C5A66130286}"/>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1004" r="-148"/>
          <a:stretch/>
        </p:blipFill>
        <p:spPr>
          <a:xfrm rot="5400000">
            <a:off x="6378170" y="40082"/>
            <a:ext cx="1579705" cy="1600089"/>
          </a:xfrm>
          <a:prstGeom prst="rect">
            <a:avLst/>
          </a:prstGeom>
        </p:spPr>
      </p:pic>
      <p:pic>
        <p:nvPicPr>
          <p:cNvPr id="15" name="Picture 7">
            <a:extLst>
              <a:ext uri="{FF2B5EF4-FFF2-40B4-BE49-F238E27FC236}">
                <a16:creationId xmlns:a16="http://schemas.microsoft.com/office/drawing/2014/main" id="{0BC42061-F838-920E-632E-10EDE7E55392}"/>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6239" r="25335" b="-1"/>
          <a:stretch/>
        </p:blipFill>
        <p:spPr>
          <a:xfrm rot="16200000">
            <a:off x="6298833" y="-161472"/>
            <a:ext cx="752715" cy="1075657"/>
          </a:xfrm>
          <a:prstGeom prst="rect">
            <a:avLst/>
          </a:prstGeom>
        </p:spPr>
      </p:pic>
      <p:pic>
        <p:nvPicPr>
          <p:cNvPr id="16" name="Graphic 15">
            <a:extLst>
              <a:ext uri="{FF2B5EF4-FFF2-40B4-BE49-F238E27FC236}">
                <a16:creationId xmlns:a16="http://schemas.microsoft.com/office/drawing/2014/main" id="{58BEE67F-530E-E41D-FD19-2615180DC3FB}"/>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r="15931"/>
          <a:stretch/>
        </p:blipFill>
        <p:spPr>
          <a:xfrm>
            <a:off x="10439102" y="4145165"/>
            <a:ext cx="1780703" cy="2164311"/>
          </a:xfrm>
          <a:prstGeom prst="rect">
            <a:avLst/>
          </a:prstGeom>
        </p:spPr>
      </p:pic>
      <p:pic>
        <p:nvPicPr>
          <p:cNvPr id="17" name="Graphic 16">
            <a:extLst>
              <a:ext uri="{FF2B5EF4-FFF2-40B4-BE49-F238E27FC236}">
                <a16:creationId xmlns:a16="http://schemas.microsoft.com/office/drawing/2014/main" id="{82CFCA46-5F5A-867F-B19C-4F9ED5BA15A2}"/>
              </a:ext>
            </a:extLst>
          </p:cNvPr>
          <p:cNvPicPr>
            <a:picLocks noChangeAspect="1"/>
          </p:cNvPicPr>
          <p:nvPr userDrawn="1"/>
        </p:nvPicPr>
        <p:blipFill rotWithShape="1">
          <a:blip r:embed="rId6">
            <a:extLst>
              <a:ext uri="{96DAC541-7B7A-43D3-8B79-37D633B846F1}">
                <asvg:svgBlip xmlns:asvg="http://schemas.microsoft.com/office/drawing/2016/SVG/main" r:embed="rId7"/>
              </a:ext>
            </a:extLst>
          </a:blip>
          <a:srcRect r="46794"/>
          <a:stretch/>
        </p:blipFill>
        <p:spPr>
          <a:xfrm rot="10800000">
            <a:off x="-27806" y="2452933"/>
            <a:ext cx="1370742" cy="2632414"/>
          </a:xfrm>
          <a:prstGeom prst="rect">
            <a:avLst/>
          </a:prstGeom>
        </p:spPr>
      </p:pic>
      <p:pic>
        <p:nvPicPr>
          <p:cNvPr id="18" name="Graphic 17">
            <a:extLst>
              <a:ext uri="{FF2B5EF4-FFF2-40B4-BE49-F238E27FC236}">
                <a16:creationId xmlns:a16="http://schemas.microsoft.com/office/drawing/2014/main" id="{11E8F80C-ACB2-552E-4433-1A8A2708F18F}"/>
              </a:ext>
            </a:extLst>
          </p:cNvPr>
          <p:cNvPicPr>
            <a:picLocks noChangeAspect="1"/>
          </p:cNvPicPr>
          <p:nvPr userDrawn="1"/>
        </p:nvPicPr>
        <p:blipFill rotWithShape="1">
          <a:blip r:embed="rId6">
            <a:extLst>
              <a:ext uri="{96DAC541-7B7A-43D3-8B79-37D633B846F1}">
                <asvg:svgBlip xmlns:asvg="http://schemas.microsoft.com/office/drawing/2016/SVG/main" r:embed="rId7"/>
              </a:ext>
            </a:extLst>
          </a:blip>
          <a:srcRect t="1" b="-9728"/>
          <a:stretch/>
        </p:blipFill>
        <p:spPr>
          <a:xfrm rot="18286209">
            <a:off x="887827" y="4958926"/>
            <a:ext cx="910220" cy="1020507"/>
          </a:xfrm>
          <a:prstGeom prst="rect">
            <a:avLst/>
          </a:prstGeom>
        </p:spPr>
      </p:pic>
      <p:sp>
        <p:nvSpPr>
          <p:cNvPr id="2" name="Title 1">
            <a:extLst>
              <a:ext uri="{FF2B5EF4-FFF2-40B4-BE49-F238E27FC236}">
                <a16:creationId xmlns:a16="http://schemas.microsoft.com/office/drawing/2014/main" id="{F657BD59-35CC-9BB3-8621-6FA3356F81AA}"/>
              </a:ext>
            </a:extLst>
          </p:cNvPr>
          <p:cNvSpPr>
            <a:spLocks noGrp="1"/>
          </p:cNvSpPr>
          <p:nvPr>
            <p:ph type="title"/>
          </p:nvPr>
        </p:nvSpPr>
        <p:spPr>
          <a:xfrm>
            <a:off x="1078992" y="365760"/>
            <a:ext cx="10277856" cy="1655064"/>
          </a:xfrm>
        </p:spPr>
        <p:txBody>
          <a:bodyPr anchor="b"/>
          <a:lstStyle>
            <a:lvl1pPr>
              <a:defRPr>
                <a:latin typeface="+mj-lt"/>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p:nvPr>
        </p:nvSpPr>
        <p:spPr>
          <a:xfrm>
            <a:off x="3575304" y="2441448"/>
            <a:ext cx="3602736" cy="3575304"/>
          </a:xfrm>
        </p:spPr>
        <p:txBody>
          <a:bodyPr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2">
            <a:extLst>
              <a:ext uri="{FF2B5EF4-FFF2-40B4-BE49-F238E27FC236}">
                <a16:creationId xmlns:a16="http://schemas.microsoft.com/office/drawing/2014/main" id="{D1DCC4A1-0DB3-3480-3A1A-78FC85FE7ECE}"/>
              </a:ext>
            </a:extLst>
          </p:cNvPr>
          <p:cNvSpPr>
            <a:spLocks noGrp="1"/>
          </p:cNvSpPr>
          <p:nvPr>
            <p:ph idx="13"/>
          </p:nvPr>
        </p:nvSpPr>
        <p:spPr>
          <a:xfrm>
            <a:off x="8293608" y="2441447"/>
            <a:ext cx="3063240" cy="3575303"/>
          </a:xfrm>
        </p:spPr>
        <p:txBody>
          <a:bodyPr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r>
              <a:rPr lang="en-US" dirty="0"/>
              <a:t>8/6/20XX</a:t>
            </a:r>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234385087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4ACFCA6-7ECE-9BFB-9389-6DB74C862850}"/>
              </a:ext>
            </a:extLst>
          </p:cNvPr>
          <p:cNvPicPr>
            <a:picLocks noChangeAspect="1"/>
          </p:cNvPicPr>
          <p:nvPr userDrawn="1"/>
        </p:nvPicPr>
        <p:blipFill>
          <a:blip r:embed="rId2"/>
          <a:srcRect l="21" r="21"/>
          <a:stretch/>
        </p:blipFill>
        <p:spPr>
          <a:xfrm>
            <a:off x="-5192" y="-1"/>
            <a:ext cx="12197192" cy="6858001"/>
          </a:xfrm>
          <a:prstGeom prst="rect">
            <a:avLst/>
          </a:prstGeom>
        </p:spPr>
      </p:pic>
      <p:sp>
        <p:nvSpPr>
          <p:cNvPr id="2" name="Title 1">
            <a:extLst>
              <a:ext uri="{FF2B5EF4-FFF2-40B4-BE49-F238E27FC236}">
                <a16:creationId xmlns:a16="http://schemas.microsoft.com/office/drawing/2014/main" id="{2456FD49-C258-4333-9422-358C976A341C}"/>
              </a:ext>
            </a:extLst>
          </p:cNvPr>
          <p:cNvSpPr>
            <a:spLocks noGrp="1"/>
          </p:cNvSpPr>
          <p:nvPr>
            <p:ph type="ctrTitle"/>
          </p:nvPr>
        </p:nvSpPr>
        <p:spPr>
          <a:xfrm>
            <a:off x="1133856" y="56450"/>
            <a:ext cx="9912096" cy="2743200"/>
          </a:xfrm>
        </p:spPr>
        <p:txBody>
          <a:bodyPr anchor="b">
            <a:noAutofit/>
          </a:bodyPr>
          <a:lstStyle>
            <a:lvl1pPr algn="l">
              <a:defRPr sz="6600" b="1" i="0" cap="none" spc="-150" baseline="0">
                <a:solidFill>
                  <a:schemeClr val="accent2">
                    <a:lumMod val="25000"/>
                  </a:schemeClr>
                </a:solidFill>
                <a:latin typeface="+mj-lt"/>
              </a:defRPr>
            </a:lvl1pPr>
          </a:lstStyle>
          <a:p>
            <a:r>
              <a:rPr lang="en-US" noProof="0"/>
              <a:t>Click to edit Master title style</a:t>
            </a:r>
            <a:endParaRPr lang="en-US" noProof="0" dirty="0"/>
          </a:p>
        </p:txBody>
      </p:sp>
      <p:sp>
        <p:nvSpPr>
          <p:cNvPr id="3" name="Subtitle 2">
            <a:extLst>
              <a:ext uri="{FF2B5EF4-FFF2-40B4-BE49-F238E27FC236}">
                <a16:creationId xmlns:a16="http://schemas.microsoft.com/office/drawing/2014/main" id="{59758E15-A93D-4FB9-843D-1490E27A151B}"/>
              </a:ext>
            </a:extLst>
          </p:cNvPr>
          <p:cNvSpPr>
            <a:spLocks noGrp="1"/>
          </p:cNvSpPr>
          <p:nvPr>
            <p:ph type="subTitle" idx="1"/>
          </p:nvPr>
        </p:nvSpPr>
        <p:spPr>
          <a:xfrm>
            <a:off x="3575304" y="3110546"/>
            <a:ext cx="4114800" cy="2743200"/>
          </a:xfrm>
        </p:spPr>
        <p:txBody>
          <a:bodyPr>
            <a:noAutofit/>
          </a:bodyPr>
          <a:lstStyle>
            <a:lvl1pPr marL="0" indent="0" algn="l">
              <a:lnSpc>
                <a:spcPct val="150000"/>
              </a:lnSpc>
              <a:spcBef>
                <a:spcPts val="0"/>
              </a:spcBef>
              <a:buNone/>
              <a:defRPr sz="2400" b="0" cap="all" baseline="0">
                <a:solidFill>
                  <a:schemeClr val="accent2">
                    <a:lumMod val="25000"/>
                  </a:schemeClr>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endParaRPr lang="en-US" noProof="0" dirty="0"/>
          </a:p>
        </p:txBody>
      </p:sp>
    </p:spTree>
    <p:extLst>
      <p:ext uri="{BB962C8B-B14F-4D97-AF65-F5344CB8AC3E}">
        <p14:creationId xmlns:p14="http://schemas.microsoft.com/office/powerpoint/2010/main" val="29608354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CC4D7FA-B85E-4477-8C62-94955B340F1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noProof="0"/>
              <a:t>Click to edit Master title style</a:t>
            </a:r>
            <a:endParaRPr lang="en-US" noProof="0" dirty="0"/>
          </a:p>
        </p:txBody>
      </p:sp>
      <p:sp>
        <p:nvSpPr>
          <p:cNvPr id="3" name="Text Placeholder 2">
            <a:extLst>
              <a:ext uri="{FF2B5EF4-FFF2-40B4-BE49-F238E27FC236}">
                <a16:creationId xmlns:a16="http://schemas.microsoft.com/office/drawing/2014/main" id="{1F1226BB-3E56-4E7F-8172-7EC03C9F0BC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4" name="Date Placeholder 3">
            <a:extLst>
              <a:ext uri="{FF2B5EF4-FFF2-40B4-BE49-F238E27FC236}">
                <a16:creationId xmlns:a16="http://schemas.microsoft.com/office/drawing/2014/main" id="{D95D08EF-72FB-4F19-9916-65815A9CA99C}"/>
              </a:ext>
            </a:extLst>
          </p:cNvPr>
          <p:cNvSpPr>
            <a:spLocks noGrp="1"/>
          </p:cNvSpPr>
          <p:nvPr>
            <p:ph type="dt" sz="half" idx="2"/>
          </p:nvPr>
        </p:nvSpPr>
        <p:spPr>
          <a:xfrm>
            <a:off x="838200" y="6563001"/>
            <a:ext cx="2743200" cy="228600"/>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noProof="0" dirty="0"/>
              <a:t>8/6/20XX</a:t>
            </a:r>
          </a:p>
        </p:txBody>
      </p:sp>
      <p:sp>
        <p:nvSpPr>
          <p:cNvPr id="5" name="Footer Placeholder 4">
            <a:extLst>
              <a:ext uri="{FF2B5EF4-FFF2-40B4-BE49-F238E27FC236}">
                <a16:creationId xmlns:a16="http://schemas.microsoft.com/office/drawing/2014/main" id="{1365084D-BC85-4A55-BD80-93876AD10108}"/>
              </a:ext>
            </a:extLst>
          </p:cNvPr>
          <p:cNvSpPr>
            <a:spLocks noGrp="1"/>
          </p:cNvSpPr>
          <p:nvPr>
            <p:ph type="ftr" sz="quarter" idx="3"/>
          </p:nvPr>
        </p:nvSpPr>
        <p:spPr>
          <a:xfrm>
            <a:off x="4038600" y="6563001"/>
            <a:ext cx="4114800" cy="228600"/>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noProof="0" dirty="0"/>
          </a:p>
        </p:txBody>
      </p:sp>
      <p:sp>
        <p:nvSpPr>
          <p:cNvPr id="6" name="Slide Number Placeholder 5">
            <a:extLst>
              <a:ext uri="{FF2B5EF4-FFF2-40B4-BE49-F238E27FC236}">
                <a16:creationId xmlns:a16="http://schemas.microsoft.com/office/drawing/2014/main" id="{45FDEF23-A140-4DD6-A0D0-A86BD4DF3404}"/>
              </a:ext>
            </a:extLst>
          </p:cNvPr>
          <p:cNvSpPr>
            <a:spLocks noGrp="1"/>
          </p:cNvSpPr>
          <p:nvPr>
            <p:ph type="sldNum" sz="quarter" idx="4"/>
          </p:nvPr>
        </p:nvSpPr>
        <p:spPr>
          <a:xfrm>
            <a:off x="9375912" y="6563001"/>
            <a:ext cx="2743200" cy="228600"/>
          </a:xfrm>
          <a:prstGeom prst="rect">
            <a:avLst/>
          </a:prstGeom>
        </p:spPr>
        <p:txBody>
          <a:bodyPr vert="horz" lIns="91440" tIns="45720" rIns="91440" bIns="45720" rtlCol="0" anchor="ctr"/>
          <a:lstStyle>
            <a:lvl1pPr algn="r">
              <a:defRPr sz="1200">
                <a:solidFill>
                  <a:schemeClr val="tx1">
                    <a:tint val="75000"/>
                  </a:schemeClr>
                </a:solidFill>
              </a:defRPr>
            </a:lvl1pPr>
          </a:lstStyle>
          <a:p>
            <a:fld id="{9EC71654-96A5-4280-94F3-931C61A9F92C}" type="slidenum">
              <a:rPr lang="en-US" noProof="0" smtClean="0"/>
              <a:t>‹#›</a:t>
            </a:fld>
            <a:endParaRPr lang="en-US" noProof="0" dirty="0"/>
          </a:p>
        </p:txBody>
      </p:sp>
    </p:spTree>
    <p:extLst>
      <p:ext uri="{BB962C8B-B14F-4D97-AF65-F5344CB8AC3E}">
        <p14:creationId xmlns:p14="http://schemas.microsoft.com/office/powerpoint/2010/main" val="2347082301"/>
      </p:ext>
    </p:extLst>
  </p:cSld>
  <p:clrMap bg1="lt1" tx1="dk1" bg2="lt2" tx2="dk2" accent1="accent1" accent2="accent2" accent3="accent3" accent4="accent4" accent5="accent5" accent6="accent6" hlink="hlink" folHlink="folHlink"/>
  <p:sldLayoutIdLst>
    <p:sldLayoutId id="2147483649" r:id="rId1"/>
    <p:sldLayoutId id="2147483682" r:id="rId2"/>
    <p:sldLayoutId id="2147483683" r:id="rId3"/>
    <p:sldLayoutId id="2147483684" r:id="rId4"/>
    <p:sldLayoutId id="2147483685" r:id="rId5"/>
    <p:sldLayoutId id="2147483686" r:id="rId6"/>
    <p:sldLayoutId id="2147483687" r:id="rId7"/>
    <p:sldLayoutId id="2147483688" r:id="rId8"/>
    <p:sldLayoutId id="2147483689" r:id="rId9"/>
    <p:sldLayoutId id="2147483690" r:id="rId10"/>
    <p:sldLayoutId id="2147483691" r:id="rId11"/>
    <p:sldLayoutId id="2147483692" r:id="rId12"/>
    <p:sldLayoutId id="2147483693" r:id="rId13"/>
  </p:sldLayoutIdLst>
  <p:hf hdr="0" ftr="0" dt="0"/>
  <p:txStyles>
    <p:titleStyle>
      <a:lvl1pPr algn="l" defTabSz="914400" rtl="0" eaLnBrk="1" latinLnBrk="0" hangingPunct="1">
        <a:lnSpc>
          <a:spcPct val="90000"/>
        </a:lnSpc>
        <a:spcBef>
          <a:spcPct val="0"/>
        </a:spcBef>
        <a:buNone/>
        <a:defRPr sz="4400" b="1" i="0" kern="1200">
          <a:solidFill>
            <a:schemeClr val="accent2">
              <a:lumMod val="25000"/>
            </a:schemeClr>
          </a:solidFill>
          <a:latin typeface="+mj-lt"/>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2000" b="0" i="0" kern="1200">
          <a:solidFill>
            <a:schemeClr val="accent2">
              <a:lumMod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b="0" i="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pos="325" userDrawn="1">
          <p15:clr>
            <a:srgbClr val="F26B43"/>
          </p15:clr>
        </p15:guide>
        <p15:guide id="4" pos="7349"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9.sv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6.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F23437DF-FFBB-472A-94BA-2EE52C759F0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0800000" flipH="1" flipV="1">
            <a:off x="2658374" y="709716"/>
            <a:ext cx="6875252" cy="5221228"/>
          </a:xfrm>
          <a:prstGeom prst="rect">
            <a:avLst/>
          </a:prstGeom>
          <a:effectLst>
            <a:outerShdw blurRad="50800" dist="38100" dir="2700000" algn="tl" rotWithShape="0">
              <a:prstClr val="black">
                <a:alpha val="40000"/>
              </a:prstClr>
            </a:outerShdw>
          </a:effectLst>
        </p:spPr>
      </p:pic>
      <p:sp>
        <p:nvSpPr>
          <p:cNvPr id="3" name="TextBox 2">
            <a:extLst>
              <a:ext uri="{FF2B5EF4-FFF2-40B4-BE49-F238E27FC236}">
                <a16:creationId xmlns:a16="http://schemas.microsoft.com/office/drawing/2014/main" id="{C4974D19-4783-48EA-AAFD-204D218F22F3}"/>
              </a:ext>
            </a:extLst>
          </p:cNvPr>
          <p:cNvSpPr txBox="1"/>
          <p:nvPr/>
        </p:nvSpPr>
        <p:spPr>
          <a:xfrm>
            <a:off x="8741800" y="501271"/>
            <a:ext cx="3032168" cy="400110"/>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Kristina Joksimović 1805</a:t>
            </a:r>
          </a:p>
        </p:txBody>
      </p:sp>
    </p:spTree>
    <p:extLst>
      <p:ext uri="{BB962C8B-B14F-4D97-AF65-F5344CB8AC3E}">
        <p14:creationId xmlns:p14="http://schemas.microsoft.com/office/powerpoint/2010/main" val="12826331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33000">
              <a:schemeClr val="bg2"/>
            </a:gs>
            <a:gs pos="59000">
              <a:schemeClr val="tx2">
                <a:lumMod val="90000"/>
                <a:alpha val="65163"/>
              </a:schemeClr>
            </a:gs>
          </a:gsLst>
          <a:lin ang="78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C2181D-911C-1343-7267-E35AC86CCA0E}"/>
              </a:ext>
            </a:extLst>
          </p:cNvPr>
          <p:cNvSpPr>
            <a:spLocks noGrp="1"/>
          </p:cNvSpPr>
          <p:nvPr>
            <p:ph type="title"/>
          </p:nvPr>
        </p:nvSpPr>
        <p:spPr>
          <a:xfrm>
            <a:off x="1078992" y="850392"/>
            <a:ext cx="3913632" cy="4800600"/>
          </a:xfrm>
          <a:noFill/>
        </p:spPr>
        <p:txBody>
          <a:bodyPr anchor="ctr">
            <a:noAutofit/>
          </a:bodyPr>
          <a:lstStyle/>
          <a:p>
            <a:r>
              <a:rPr lang="en-US" dirty="0" err="1"/>
              <a:t>Sadržaj</a:t>
            </a:r>
            <a:endParaRPr lang="en-US" dirty="0"/>
          </a:p>
        </p:txBody>
      </p:sp>
      <p:sp>
        <p:nvSpPr>
          <p:cNvPr id="3" name="Content Placeholder 2">
            <a:extLst>
              <a:ext uri="{FF2B5EF4-FFF2-40B4-BE49-F238E27FC236}">
                <a16:creationId xmlns:a16="http://schemas.microsoft.com/office/drawing/2014/main" id="{9BEA8735-F1DC-1DE6-0A38-429B2F660F8A}"/>
              </a:ext>
            </a:extLst>
          </p:cNvPr>
          <p:cNvSpPr>
            <a:spLocks noGrp="1"/>
          </p:cNvSpPr>
          <p:nvPr>
            <p:ph idx="1"/>
          </p:nvPr>
        </p:nvSpPr>
        <p:spPr>
          <a:xfrm>
            <a:off x="5358384" y="1965960"/>
            <a:ext cx="4050792" cy="2953512"/>
          </a:xfrm>
          <a:noFill/>
        </p:spPr>
        <p:txBody>
          <a:bodyPr>
            <a:noAutofit/>
          </a:bodyPr>
          <a:lstStyle/>
          <a:p>
            <a:endParaRPr lang="en-US" dirty="0"/>
          </a:p>
        </p:txBody>
      </p:sp>
      <p:sp>
        <p:nvSpPr>
          <p:cNvPr id="9" name="Slide Number Placeholder 8">
            <a:extLst>
              <a:ext uri="{FF2B5EF4-FFF2-40B4-BE49-F238E27FC236}">
                <a16:creationId xmlns:a16="http://schemas.microsoft.com/office/drawing/2014/main" id="{E6AA7FF5-11CA-8F71-5951-B1099396287A}"/>
              </a:ext>
            </a:extLst>
          </p:cNvPr>
          <p:cNvSpPr>
            <a:spLocks noGrp="1"/>
          </p:cNvSpPr>
          <p:nvPr>
            <p:ph type="sldNum" sz="quarter" idx="12"/>
          </p:nvPr>
        </p:nvSpPr>
        <p:spPr>
          <a:xfrm>
            <a:off x="9375912" y="6563001"/>
            <a:ext cx="2743200" cy="228600"/>
          </a:xfrm>
        </p:spPr>
        <p:txBody>
          <a:bodyPr/>
          <a:lstStyle/>
          <a:p>
            <a:fld id="{CBD12358-51D2-46B3-9BDE-DF29528B9454}" type="slidenum">
              <a:rPr lang="en-US" smtClean="0"/>
              <a:pPr/>
              <a:t>2</a:t>
            </a:fld>
            <a:endParaRPr lang="en-US" dirty="0"/>
          </a:p>
        </p:txBody>
      </p:sp>
    </p:spTree>
    <p:extLst>
      <p:ext uri="{BB962C8B-B14F-4D97-AF65-F5344CB8AC3E}">
        <p14:creationId xmlns:p14="http://schemas.microsoft.com/office/powerpoint/2010/main" val="30185073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463CB3-2956-E8D2-C23D-A3BAA7295DEC}"/>
              </a:ext>
            </a:extLst>
          </p:cNvPr>
          <p:cNvSpPr>
            <a:spLocks noGrp="1"/>
          </p:cNvSpPr>
          <p:nvPr>
            <p:ph type="ctrTitle"/>
          </p:nvPr>
        </p:nvSpPr>
        <p:spPr>
          <a:xfrm>
            <a:off x="877824" y="1325880"/>
            <a:ext cx="10460736" cy="2286000"/>
          </a:xfrm>
          <a:noFill/>
        </p:spPr>
        <p:txBody>
          <a:bodyPr>
            <a:noAutofit/>
          </a:bodyPr>
          <a:lstStyle/>
          <a:p>
            <a:r>
              <a:rPr lang="en-US" dirty="0"/>
              <a:t>Strategies for growth</a:t>
            </a:r>
          </a:p>
        </p:txBody>
      </p:sp>
      <p:sp>
        <p:nvSpPr>
          <p:cNvPr id="3" name="Subtitle 2">
            <a:extLst>
              <a:ext uri="{FF2B5EF4-FFF2-40B4-BE49-F238E27FC236}">
                <a16:creationId xmlns:a16="http://schemas.microsoft.com/office/drawing/2014/main" id="{FEECEBD4-35BF-26BB-D438-DA43EBD5EE89}"/>
              </a:ext>
            </a:extLst>
          </p:cNvPr>
          <p:cNvSpPr>
            <a:spLocks noGrp="1"/>
          </p:cNvSpPr>
          <p:nvPr>
            <p:ph type="subTitle" idx="1"/>
          </p:nvPr>
        </p:nvSpPr>
        <p:spPr>
          <a:xfrm>
            <a:off x="877824" y="3749040"/>
            <a:ext cx="10460736" cy="2286000"/>
          </a:xfrm>
          <a:noFill/>
        </p:spPr>
        <p:txBody>
          <a:bodyPr>
            <a:noAutofit/>
          </a:bodyPr>
          <a:lstStyle/>
          <a:p>
            <a:r>
              <a:rPr lang="en-US" dirty="0"/>
              <a:t>NAVIGATING THE FUTURE</a:t>
            </a:r>
          </a:p>
        </p:txBody>
      </p:sp>
    </p:spTree>
    <p:extLst>
      <p:ext uri="{BB962C8B-B14F-4D97-AF65-F5344CB8AC3E}">
        <p14:creationId xmlns:p14="http://schemas.microsoft.com/office/powerpoint/2010/main" val="1185038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33000">
              <a:schemeClr val="bg2"/>
            </a:gs>
            <a:gs pos="59000">
              <a:schemeClr val="tx2">
                <a:lumMod val="90000"/>
                <a:alpha val="65163"/>
              </a:schemeClr>
            </a:gs>
          </a:gsLst>
          <a:lin ang="192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35F5E3-2B1C-7C0A-8581-67A9052D13AA}"/>
              </a:ext>
            </a:extLst>
          </p:cNvPr>
          <p:cNvSpPr>
            <a:spLocks noGrp="1"/>
          </p:cNvSpPr>
          <p:nvPr>
            <p:ph type="title"/>
          </p:nvPr>
        </p:nvSpPr>
        <p:spPr>
          <a:xfrm>
            <a:off x="1078992" y="365760"/>
            <a:ext cx="10277856" cy="1655064"/>
          </a:xfrm>
          <a:noFill/>
        </p:spPr>
        <p:txBody>
          <a:bodyPr anchor="b">
            <a:noAutofit/>
          </a:bodyPr>
          <a:lstStyle/>
          <a:p>
            <a:r>
              <a:rPr lang="en-US" dirty="0"/>
              <a:t>Current market analysis</a:t>
            </a:r>
          </a:p>
        </p:txBody>
      </p:sp>
      <p:sp>
        <p:nvSpPr>
          <p:cNvPr id="3" name="Content Placeholder 2">
            <a:extLst>
              <a:ext uri="{FF2B5EF4-FFF2-40B4-BE49-F238E27FC236}">
                <a16:creationId xmlns:a16="http://schemas.microsoft.com/office/drawing/2014/main" id="{A6A33159-D030-2F82-A142-F75940728319}"/>
              </a:ext>
            </a:extLst>
          </p:cNvPr>
          <p:cNvSpPr>
            <a:spLocks noGrp="1"/>
          </p:cNvSpPr>
          <p:nvPr>
            <p:ph idx="1"/>
          </p:nvPr>
        </p:nvSpPr>
        <p:spPr>
          <a:xfrm>
            <a:off x="3575304" y="2313432"/>
            <a:ext cx="6327648" cy="3218688"/>
          </a:xfrm>
          <a:noFill/>
        </p:spPr>
        <p:txBody>
          <a:bodyPr>
            <a:noAutofit/>
          </a:bodyPr>
          <a:lstStyle/>
          <a:p>
            <a:r>
              <a:rPr lang="en-US" dirty="0"/>
              <a:t>We have identified important key trends that demand our attention.</a:t>
            </a:r>
          </a:p>
          <a:p>
            <a:r>
              <a:rPr lang="en-US" dirty="0"/>
              <a:t>Data reveals a steady increase in consumer demand for sustainable products, presenting an opportunity for our eco-friendly offerings.</a:t>
            </a:r>
          </a:p>
          <a:p>
            <a:r>
              <a:rPr lang="en-US" dirty="0"/>
              <a:t>Our competitors are now focusing on digital marketing strategies, suggesting a shift in consumer behavior.</a:t>
            </a:r>
          </a:p>
          <a:p>
            <a:r>
              <a:rPr lang="en-US" dirty="0"/>
              <a:t>Understanding these nuanced dynamics positions us to adapt and capitalize on emerging market preferences.</a:t>
            </a:r>
          </a:p>
        </p:txBody>
      </p:sp>
      <p:sp>
        <p:nvSpPr>
          <p:cNvPr id="10" name="Slide Number Placeholder 9">
            <a:extLst>
              <a:ext uri="{FF2B5EF4-FFF2-40B4-BE49-F238E27FC236}">
                <a16:creationId xmlns:a16="http://schemas.microsoft.com/office/drawing/2014/main" id="{FD7B9109-9E17-1A7A-3A9A-0F1C07BF36A3}"/>
              </a:ext>
            </a:extLst>
          </p:cNvPr>
          <p:cNvSpPr>
            <a:spLocks noGrp="1"/>
          </p:cNvSpPr>
          <p:nvPr>
            <p:ph type="sldNum" sz="quarter" idx="12"/>
          </p:nvPr>
        </p:nvSpPr>
        <p:spPr>
          <a:xfrm>
            <a:off x="9375912" y="6563001"/>
            <a:ext cx="2743200" cy="228600"/>
          </a:xfrm>
        </p:spPr>
        <p:txBody>
          <a:bodyPr/>
          <a:lstStyle/>
          <a:p>
            <a:fld id="{CBD12358-51D2-46B3-9BDE-DF29528B9454}" type="slidenum">
              <a:rPr lang="en-US" smtClean="0"/>
              <a:pPr/>
              <a:t>4</a:t>
            </a:fld>
            <a:endParaRPr lang="en-US" dirty="0"/>
          </a:p>
        </p:txBody>
      </p:sp>
    </p:spTree>
    <p:extLst>
      <p:ext uri="{BB962C8B-B14F-4D97-AF65-F5344CB8AC3E}">
        <p14:creationId xmlns:p14="http://schemas.microsoft.com/office/powerpoint/2010/main" val="36666746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ABE40-AA00-F366-A36A-B3F1AADBF025}"/>
              </a:ext>
            </a:extLst>
          </p:cNvPr>
          <p:cNvSpPr>
            <a:spLocks noGrp="1"/>
          </p:cNvSpPr>
          <p:nvPr>
            <p:ph type="ctrTitle"/>
          </p:nvPr>
        </p:nvSpPr>
        <p:spPr>
          <a:xfrm>
            <a:off x="4654296" y="27432"/>
            <a:ext cx="7004304" cy="3566160"/>
          </a:xfrm>
          <a:noFill/>
        </p:spPr>
        <p:txBody>
          <a:bodyPr>
            <a:noAutofit/>
          </a:bodyPr>
          <a:lstStyle/>
          <a:p>
            <a:r>
              <a:rPr lang="en-US" dirty="0"/>
              <a:t>Market expansion</a:t>
            </a:r>
          </a:p>
        </p:txBody>
      </p:sp>
      <p:sp>
        <p:nvSpPr>
          <p:cNvPr id="3" name="Subtitle 2">
            <a:extLst>
              <a:ext uri="{FF2B5EF4-FFF2-40B4-BE49-F238E27FC236}">
                <a16:creationId xmlns:a16="http://schemas.microsoft.com/office/drawing/2014/main" id="{72446868-83F0-CEEF-5E60-6D55C93B523F}"/>
              </a:ext>
            </a:extLst>
          </p:cNvPr>
          <p:cNvSpPr>
            <a:spLocks noGrp="1"/>
          </p:cNvSpPr>
          <p:nvPr>
            <p:ph type="subTitle" idx="1"/>
          </p:nvPr>
        </p:nvSpPr>
        <p:spPr>
          <a:xfrm>
            <a:off x="4654295" y="3767328"/>
            <a:ext cx="7004303" cy="1161288"/>
          </a:xfrm>
          <a:noFill/>
        </p:spPr>
        <p:txBody>
          <a:bodyPr>
            <a:noAutofit/>
          </a:bodyPr>
          <a:lstStyle/>
          <a:p>
            <a:r>
              <a:rPr lang="en-US" dirty="0"/>
              <a:t>UNLOCKING NEW HORIZONS</a:t>
            </a:r>
          </a:p>
        </p:txBody>
      </p:sp>
    </p:spTree>
    <p:extLst>
      <p:ext uri="{BB962C8B-B14F-4D97-AF65-F5344CB8AC3E}">
        <p14:creationId xmlns:p14="http://schemas.microsoft.com/office/powerpoint/2010/main" val="13717375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a:gsLst>
            <a:gs pos="33000">
              <a:schemeClr val="bg2"/>
            </a:gs>
            <a:gs pos="59000">
              <a:schemeClr val="tx2">
                <a:lumMod val="90000"/>
                <a:alpha val="65163"/>
              </a:schemeClr>
            </a:gs>
          </a:gsLst>
          <a:lin ang="21594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A15DE-D135-0710-9984-A0A55E960CB0}"/>
              </a:ext>
            </a:extLst>
          </p:cNvPr>
          <p:cNvSpPr>
            <a:spLocks noGrp="1"/>
          </p:cNvSpPr>
          <p:nvPr>
            <p:ph type="title"/>
          </p:nvPr>
        </p:nvSpPr>
        <p:spPr>
          <a:xfrm>
            <a:off x="1078992" y="365760"/>
            <a:ext cx="10506456" cy="1655064"/>
          </a:xfrm>
          <a:noFill/>
        </p:spPr>
        <p:txBody>
          <a:bodyPr>
            <a:noAutofit/>
          </a:bodyPr>
          <a:lstStyle/>
          <a:p>
            <a:r>
              <a:rPr lang="en-US" dirty="0"/>
              <a:t>Product launch</a:t>
            </a:r>
          </a:p>
        </p:txBody>
      </p:sp>
      <p:sp>
        <p:nvSpPr>
          <p:cNvPr id="3" name="Content Placeholder 2">
            <a:extLst>
              <a:ext uri="{FF2B5EF4-FFF2-40B4-BE49-F238E27FC236}">
                <a16:creationId xmlns:a16="http://schemas.microsoft.com/office/drawing/2014/main" id="{ECC8AA23-D8D0-93BE-5C5F-103A750B0D2F}"/>
              </a:ext>
            </a:extLst>
          </p:cNvPr>
          <p:cNvSpPr>
            <a:spLocks noGrp="1"/>
          </p:cNvSpPr>
          <p:nvPr>
            <p:ph sz="half" idx="1"/>
          </p:nvPr>
        </p:nvSpPr>
        <p:spPr>
          <a:xfrm>
            <a:off x="1097280" y="2432304"/>
            <a:ext cx="3108960" cy="3412370"/>
          </a:xfrm>
          <a:noFill/>
        </p:spPr>
        <p:txBody>
          <a:bodyPr vert="horz" lIns="91440" tIns="45720" rIns="91440" bIns="45720" rtlCol="0" anchor="t">
            <a:normAutofit/>
          </a:bodyPr>
          <a:lstStyle/>
          <a:p>
            <a:r>
              <a:rPr lang="en-US" dirty="0"/>
              <a:t>Currently gearing up for a ground-breaking launch </a:t>
            </a:r>
          </a:p>
          <a:p>
            <a:r>
              <a:rPr lang="en-US" dirty="0"/>
              <a:t>Our new offerings will captivate the market</a:t>
            </a:r>
          </a:p>
          <a:p>
            <a:r>
              <a:rPr lang="en-US" dirty="0"/>
              <a:t>Our marketing campaign will generate anticipation</a:t>
            </a:r>
          </a:p>
        </p:txBody>
      </p:sp>
      <p:graphicFrame>
        <p:nvGraphicFramePr>
          <p:cNvPr id="14" name="Content Placeholder 13" descr="A timeline of the product launch">
            <a:extLst>
              <a:ext uri="{FF2B5EF4-FFF2-40B4-BE49-F238E27FC236}">
                <a16:creationId xmlns:a16="http://schemas.microsoft.com/office/drawing/2014/main" id="{A7FD81E4-2CEB-1301-59FF-81509B86E571}"/>
              </a:ext>
            </a:extLst>
          </p:cNvPr>
          <p:cNvGraphicFramePr>
            <a:graphicFrameLocks noGrp="1"/>
          </p:cNvGraphicFramePr>
          <p:nvPr>
            <p:ph sz="half" idx="2"/>
            <p:extLst>
              <p:ext uri="{D42A27DB-BD31-4B8C-83A1-F6EECF244321}">
                <p14:modId xmlns:p14="http://schemas.microsoft.com/office/powerpoint/2010/main" val="1158148412"/>
              </p:ext>
            </p:extLst>
          </p:nvPr>
        </p:nvGraphicFramePr>
        <p:xfrm>
          <a:off x="4737100" y="1920875"/>
          <a:ext cx="6619875" cy="39131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1" name="Slide Number Placeholder 20">
            <a:extLst>
              <a:ext uri="{FF2B5EF4-FFF2-40B4-BE49-F238E27FC236}">
                <a16:creationId xmlns:a16="http://schemas.microsoft.com/office/drawing/2014/main" id="{E39E6080-E7F0-678F-65B9-B64B99BDF328}"/>
              </a:ext>
            </a:extLst>
          </p:cNvPr>
          <p:cNvSpPr>
            <a:spLocks noGrp="1"/>
          </p:cNvSpPr>
          <p:nvPr>
            <p:ph type="sldNum" sz="quarter" idx="12"/>
          </p:nvPr>
        </p:nvSpPr>
        <p:spPr>
          <a:xfrm>
            <a:off x="9375912" y="6563001"/>
            <a:ext cx="2743200" cy="228600"/>
          </a:xfrm>
        </p:spPr>
        <p:txBody>
          <a:bodyPr/>
          <a:lstStyle/>
          <a:p>
            <a:fld id="{CBD12358-51D2-46B3-9BDE-DF29528B9454}" type="slidenum">
              <a:rPr lang="en-US" smtClean="0"/>
              <a:pPr/>
              <a:t>6</a:t>
            </a:fld>
            <a:endParaRPr lang="en-US" dirty="0"/>
          </a:p>
        </p:txBody>
      </p:sp>
    </p:spTree>
    <p:extLst>
      <p:ext uri="{BB962C8B-B14F-4D97-AF65-F5344CB8AC3E}">
        <p14:creationId xmlns:p14="http://schemas.microsoft.com/office/powerpoint/2010/main" val="27372412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4C27C8-165C-5513-DB4B-9D840097C545}"/>
              </a:ext>
            </a:extLst>
          </p:cNvPr>
          <p:cNvSpPr>
            <a:spLocks noGrp="1"/>
          </p:cNvSpPr>
          <p:nvPr>
            <p:ph type="title"/>
          </p:nvPr>
        </p:nvSpPr>
        <p:spPr>
          <a:xfrm>
            <a:off x="1078992" y="365760"/>
            <a:ext cx="10277856" cy="1655064"/>
          </a:xfrm>
          <a:noFill/>
        </p:spPr>
        <p:txBody>
          <a:bodyPr>
            <a:noAutofit/>
          </a:bodyPr>
          <a:lstStyle/>
          <a:p>
            <a:r>
              <a:rPr lang="en-US" dirty="0"/>
              <a:t>Marketing strategies</a:t>
            </a:r>
          </a:p>
        </p:txBody>
      </p:sp>
      <p:sp>
        <p:nvSpPr>
          <p:cNvPr id="3" name="Content Placeholder 2">
            <a:extLst>
              <a:ext uri="{FF2B5EF4-FFF2-40B4-BE49-F238E27FC236}">
                <a16:creationId xmlns:a16="http://schemas.microsoft.com/office/drawing/2014/main" id="{FACE640F-7F5A-BDB7-205D-765FA80B6796}"/>
              </a:ext>
            </a:extLst>
          </p:cNvPr>
          <p:cNvSpPr>
            <a:spLocks noGrp="1"/>
          </p:cNvSpPr>
          <p:nvPr>
            <p:ph idx="1"/>
          </p:nvPr>
        </p:nvSpPr>
        <p:spPr>
          <a:xfrm>
            <a:off x="3575304" y="2276856"/>
            <a:ext cx="6327648" cy="3090672"/>
          </a:xfrm>
          <a:noFill/>
        </p:spPr>
        <p:txBody>
          <a:bodyPr vert="horz" lIns="91440" tIns="45720" rIns="91440" bIns="45720" rtlCol="0" anchor="t">
            <a:normAutofit/>
          </a:bodyPr>
          <a:lstStyle/>
          <a:p>
            <a:r>
              <a:rPr lang="en-US" dirty="0"/>
              <a:t>Implement personalized engagement strategies</a:t>
            </a:r>
          </a:p>
          <a:p>
            <a:r>
              <a:rPr lang="en-US" dirty="0"/>
              <a:t>Tailor campaigns to resonate with specific demographics, fostering a sense of relevance and connection</a:t>
            </a:r>
          </a:p>
          <a:p>
            <a:r>
              <a:rPr lang="en-US" dirty="0"/>
              <a:t>Collaborate with influencers and thought leaders to amplify our brand message</a:t>
            </a:r>
          </a:p>
        </p:txBody>
      </p:sp>
      <p:sp>
        <p:nvSpPr>
          <p:cNvPr id="8" name="Slide Number Placeholder 7">
            <a:extLst>
              <a:ext uri="{FF2B5EF4-FFF2-40B4-BE49-F238E27FC236}">
                <a16:creationId xmlns:a16="http://schemas.microsoft.com/office/drawing/2014/main" id="{093736AF-0027-E734-82A8-010D7129D046}"/>
              </a:ext>
            </a:extLst>
          </p:cNvPr>
          <p:cNvSpPr>
            <a:spLocks noGrp="1"/>
          </p:cNvSpPr>
          <p:nvPr>
            <p:ph type="sldNum" sz="quarter" idx="12"/>
          </p:nvPr>
        </p:nvSpPr>
        <p:spPr>
          <a:xfrm>
            <a:off x="9375912" y="6563001"/>
            <a:ext cx="2743200" cy="228600"/>
          </a:xfrm>
        </p:spPr>
        <p:txBody>
          <a:bodyPr/>
          <a:lstStyle/>
          <a:p>
            <a:fld id="{CBD12358-51D2-46B3-9BDE-DF29528B9454}" type="slidenum">
              <a:rPr lang="en-US" smtClean="0"/>
              <a:pPr/>
              <a:t>7</a:t>
            </a:fld>
            <a:endParaRPr lang="en-US" dirty="0"/>
          </a:p>
        </p:txBody>
      </p:sp>
    </p:spTree>
    <p:extLst>
      <p:ext uri="{BB962C8B-B14F-4D97-AF65-F5344CB8AC3E}">
        <p14:creationId xmlns:p14="http://schemas.microsoft.com/office/powerpoint/2010/main" val="7296091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a:gsLst>
            <a:gs pos="33000">
              <a:schemeClr val="bg2"/>
            </a:gs>
            <a:gs pos="59000">
              <a:schemeClr val="tx2">
                <a:lumMod val="90000"/>
                <a:alpha val="65163"/>
              </a:schemeClr>
            </a:gs>
          </a:gsLst>
          <a:lin ang="168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BAC361-0D7A-DC05-86B5-6DD77D322F5B}"/>
              </a:ext>
            </a:extLst>
          </p:cNvPr>
          <p:cNvSpPr>
            <a:spLocks noGrp="1"/>
          </p:cNvSpPr>
          <p:nvPr>
            <p:ph type="title"/>
          </p:nvPr>
        </p:nvSpPr>
        <p:spPr>
          <a:xfrm>
            <a:off x="1078992" y="365760"/>
            <a:ext cx="10277856" cy="1655064"/>
          </a:xfrm>
          <a:noFill/>
        </p:spPr>
        <p:txBody>
          <a:bodyPr>
            <a:noAutofit/>
          </a:bodyPr>
          <a:lstStyle/>
          <a:p>
            <a:r>
              <a:rPr lang="en-US" dirty="0"/>
              <a:t>Financial overview</a:t>
            </a:r>
          </a:p>
        </p:txBody>
      </p:sp>
      <p:sp>
        <p:nvSpPr>
          <p:cNvPr id="3" name="Content Placeholder 2">
            <a:extLst>
              <a:ext uri="{FF2B5EF4-FFF2-40B4-BE49-F238E27FC236}">
                <a16:creationId xmlns:a16="http://schemas.microsoft.com/office/drawing/2014/main" id="{1BE98EFF-197D-3136-70B9-7BBD30A48931}"/>
              </a:ext>
            </a:extLst>
          </p:cNvPr>
          <p:cNvSpPr>
            <a:spLocks noGrp="1"/>
          </p:cNvSpPr>
          <p:nvPr>
            <p:ph idx="1"/>
          </p:nvPr>
        </p:nvSpPr>
        <p:spPr>
          <a:xfrm>
            <a:off x="3575304" y="2441448"/>
            <a:ext cx="3602736" cy="3575304"/>
          </a:xfrm>
          <a:noFill/>
        </p:spPr>
        <p:txBody>
          <a:bodyPr vert="horz" lIns="91440" tIns="45720" rIns="91440" bIns="45720" rtlCol="0" anchor="t">
            <a:noAutofit/>
          </a:bodyPr>
          <a:lstStyle/>
          <a:p>
            <a:r>
              <a:rPr lang="en-US" dirty="0"/>
              <a:t>Our financial overview reflects a robust and resilient fiscal performance.</a:t>
            </a:r>
          </a:p>
          <a:p>
            <a:r>
              <a:rPr lang="en-US" dirty="0"/>
              <a:t>Key indicators show consistent revenue growth over the past quarter, attributed to strategic cost management and successful marketing.</a:t>
            </a:r>
          </a:p>
        </p:txBody>
      </p:sp>
      <p:sp>
        <p:nvSpPr>
          <p:cNvPr id="4" name="Content Placeholder 3">
            <a:extLst>
              <a:ext uri="{FF2B5EF4-FFF2-40B4-BE49-F238E27FC236}">
                <a16:creationId xmlns:a16="http://schemas.microsoft.com/office/drawing/2014/main" id="{D97126AE-AE4A-97A5-21F5-E5ACF7E0605F}"/>
              </a:ext>
            </a:extLst>
          </p:cNvPr>
          <p:cNvSpPr>
            <a:spLocks noGrp="1"/>
          </p:cNvSpPr>
          <p:nvPr>
            <p:ph idx="13"/>
          </p:nvPr>
        </p:nvSpPr>
        <p:spPr>
          <a:xfrm>
            <a:off x="7671816" y="2441448"/>
            <a:ext cx="3602736" cy="3575304"/>
          </a:xfrm>
          <a:noFill/>
        </p:spPr>
        <p:txBody>
          <a:bodyPr vert="horz" lIns="91440" tIns="45720" rIns="91440" bIns="45720" rtlCol="0" anchor="t">
            <a:normAutofit/>
          </a:bodyPr>
          <a:lstStyle/>
          <a:p>
            <a:r>
              <a:rPr lang="en-US" dirty="0"/>
              <a:t>Operating margins have improved, signaling operational efficiency, while strengthening our reserves.</a:t>
            </a:r>
          </a:p>
          <a:p>
            <a:r>
              <a:rPr lang="en-US" dirty="0"/>
              <a:t>This underscores our commitment to financial stability, positioning us for sustained growth. </a:t>
            </a:r>
          </a:p>
        </p:txBody>
      </p:sp>
      <p:sp>
        <p:nvSpPr>
          <p:cNvPr id="13" name="Slide Number Placeholder 12">
            <a:extLst>
              <a:ext uri="{FF2B5EF4-FFF2-40B4-BE49-F238E27FC236}">
                <a16:creationId xmlns:a16="http://schemas.microsoft.com/office/drawing/2014/main" id="{9F61F934-8535-E086-C153-D48E49B98B6A}"/>
              </a:ext>
            </a:extLst>
          </p:cNvPr>
          <p:cNvSpPr>
            <a:spLocks noGrp="1"/>
          </p:cNvSpPr>
          <p:nvPr>
            <p:ph type="sldNum" sz="quarter" idx="12"/>
          </p:nvPr>
        </p:nvSpPr>
        <p:spPr>
          <a:xfrm>
            <a:off x="9375912" y="6563001"/>
            <a:ext cx="2743200" cy="228600"/>
          </a:xfrm>
        </p:spPr>
        <p:txBody>
          <a:bodyPr/>
          <a:lstStyle/>
          <a:p>
            <a:fld id="{CBD12358-51D2-46B3-9BDE-DF29528B9454}" type="slidenum">
              <a:rPr lang="en-US" smtClean="0"/>
              <a:pPr/>
              <a:t>8</a:t>
            </a:fld>
            <a:endParaRPr lang="en-US" dirty="0"/>
          </a:p>
        </p:txBody>
      </p:sp>
    </p:spTree>
    <p:extLst>
      <p:ext uri="{BB962C8B-B14F-4D97-AF65-F5344CB8AC3E}">
        <p14:creationId xmlns:p14="http://schemas.microsoft.com/office/powerpoint/2010/main" val="12108021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545968-70F7-0180-6448-3547E442EF4A}"/>
              </a:ext>
            </a:extLst>
          </p:cNvPr>
          <p:cNvSpPr>
            <a:spLocks noGrp="1"/>
          </p:cNvSpPr>
          <p:nvPr>
            <p:ph type="title"/>
          </p:nvPr>
        </p:nvSpPr>
        <p:spPr>
          <a:xfrm>
            <a:off x="1078992" y="365760"/>
            <a:ext cx="10277856" cy="1655064"/>
          </a:xfrm>
          <a:noFill/>
        </p:spPr>
        <p:txBody>
          <a:bodyPr>
            <a:noAutofit/>
          </a:bodyPr>
          <a:lstStyle/>
          <a:p>
            <a:r>
              <a:rPr lang="en-US" dirty="0"/>
              <a:t>Quarterly targets</a:t>
            </a:r>
          </a:p>
        </p:txBody>
      </p:sp>
      <p:sp>
        <p:nvSpPr>
          <p:cNvPr id="8" name="Content Placeholder 7">
            <a:extLst>
              <a:ext uri="{FF2B5EF4-FFF2-40B4-BE49-F238E27FC236}">
                <a16:creationId xmlns:a16="http://schemas.microsoft.com/office/drawing/2014/main" id="{215CE58D-2739-522B-7C3A-6A7C985360C0}"/>
              </a:ext>
            </a:extLst>
          </p:cNvPr>
          <p:cNvSpPr>
            <a:spLocks noGrp="1"/>
          </p:cNvSpPr>
          <p:nvPr>
            <p:ph idx="1"/>
          </p:nvPr>
        </p:nvSpPr>
        <p:spPr>
          <a:xfrm>
            <a:off x="1170432" y="2459736"/>
            <a:ext cx="2843784" cy="3090672"/>
          </a:xfrm>
          <a:noFill/>
        </p:spPr>
        <p:txBody>
          <a:bodyPr vert="horz" lIns="91440" tIns="45720" rIns="91440" bIns="45720" rtlCol="0" anchor="t">
            <a:normAutofit/>
          </a:bodyPr>
          <a:lstStyle/>
          <a:p>
            <a:r>
              <a:rPr lang="en-US" dirty="0"/>
              <a:t>Market expansion</a:t>
            </a:r>
          </a:p>
          <a:p>
            <a:r>
              <a:rPr lang="en-US" dirty="0"/>
              <a:t>Product innovation</a:t>
            </a:r>
          </a:p>
          <a:p>
            <a:r>
              <a:rPr lang="en-US" dirty="0"/>
              <a:t>Customer retention</a:t>
            </a:r>
          </a:p>
          <a:p>
            <a:r>
              <a:rPr lang="en-US" dirty="0"/>
              <a:t>Operational efficiency</a:t>
            </a:r>
          </a:p>
        </p:txBody>
      </p:sp>
      <p:graphicFrame>
        <p:nvGraphicFramePr>
          <p:cNvPr id="3" name="Table Placeholder 2">
            <a:extLst>
              <a:ext uri="{FF2B5EF4-FFF2-40B4-BE49-F238E27FC236}">
                <a16:creationId xmlns:a16="http://schemas.microsoft.com/office/drawing/2014/main" id="{1469BF76-5E71-DF2A-4804-7A26E9D95C80}"/>
              </a:ext>
            </a:extLst>
          </p:cNvPr>
          <p:cNvGraphicFramePr>
            <a:graphicFrameLocks noGrp="1"/>
          </p:cNvGraphicFramePr>
          <p:nvPr>
            <p:ph idx="13"/>
            <p:extLst>
              <p:ext uri="{D42A27DB-BD31-4B8C-83A1-F6EECF244321}">
                <p14:modId xmlns:p14="http://schemas.microsoft.com/office/powerpoint/2010/main" val="944582747"/>
              </p:ext>
            </p:extLst>
          </p:nvPr>
        </p:nvGraphicFramePr>
        <p:xfrm>
          <a:off x="4233863" y="2524125"/>
          <a:ext cx="6692898" cy="3268852"/>
        </p:xfrm>
        <a:graphic>
          <a:graphicData uri="http://schemas.openxmlformats.org/drawingml/2006/table">
            <a:tbl>
              <a:tblPr firstRow="1" bandRow="1">
                <a:tableStyleId>{0E3FDE45-AF77-4B5C-9715-49D594BDF05E}</a:tableStyleId>
              </a:tblPr>
              <a:tblGrid>
                <a:gridCol w="1417592">
                  <a:extLst>
                    <a:ext uri="{9D8B030D-6E8A-4147-A177-3AD203B41FA5}">
                      <a16:colId xmlns:a16="http://schemas.microsoft.com/office/drawing/2014/main" val="30750867"/>
                    </a:ext>
                  </a:extLst>
                </a:gridCol>
                <a:gridCol w="1552381">
                  <a:extLst>
                    <a:ext uri="{9D8B030D-6E8A-4147-A177-3AD203B41FA5}">
                      <a16:colId xmlns:a16="http://schemas.microsoft.com/office/drawing/2014/main" val="1038941322"/>
                    </a:ext>
                  </a:extLst>
                </a:gridCol>
                <a:gridCol w="1877730">
                  <a:extLst>
                    <a:ext uri="{9D8B030D-6E8A-4147-A177-3AD203B41FA5}">
                      <a16:colId xmlns:a16="http://schemas.microsoft.com/office/drawing/2014/main" val="529645500"/>
                    </a:ext>
                  </a:extLst>
                </a:gridCol>
                <a:gridCol w="1845195">
                  <a:extLst>
                    <a:ext uri="{9D8B030D-6E8A-4147-A177-3AD203B41FA5}">
                      <a16:colId xmlns:a16="http://schemas.microsoft.com/office/drawing/2014/main" val="3469610457"/>
                    </a:ext>
                  </a:extLst>
                </a:gridCol>
              </a:tblGrid>
              <a:tr h="699992">
                <a:tc>
                  <a:txBody>
                    <a:bodyPr/>
                    <a:lstStyle/>
                    <a:p>
                      <a:pPr algn="ctr"/>
                      <a:r>
                        <a:rPr lang="en-US" dirty="0">
                          <a:solidFill>
                            <a:schemeClr val="accent2">
                              <a:lumMod val="25000"/>
                            </a:schemeClr>
                          </a:solidFill>
                        </a:rPr>
                        <a:t>Quarter</a:t>
                      </a:r>
                    </a:p>
                  </a:txBody>
                  <a:tcPr anchor="ctr"/>
                </a:tc>
                <a:tc>
                  <a:txBody>
                    <a:bodyPr/>
                    <a:lstStyle/>
                    <a:p>
                      <a:pPr algn="ctr"/>
                      <a:r>
                        <a:rPr lang="en-US" dirty="0">
                          <a:solidFill>
                            <a:schemeClr val="accent2">
                              <a:lumMod val="25000"/>
                            </a:schemeClr>
                          </a:solidFill>
                        </a:rPr>
                        <a:t>Revenue growth (%)</a:t>
                      </a:r>
                    </a:p>
                  </a:txBody>
                  <a:tcPr anchor="ctr"/>
                </a:tc>
                <a:tc>
                  <a:txBody>
                    <a:bodyPr/>
                    <a:lstStyle/>
                    <a:p>
                      <a:pPr algn="ctr"/>
                      <a:r>
                        <a:rPr lang="en-US" dirty="0">
                          <a:solidFill>
                            <a:schemeClr val="accent2">
                              <a:lumMod val="25000"/>
                            </a:schemeClr>
                          </a:solidFill>
                        </a:rPr>
                        <a:t>Market share increase (%)</a:t>
                      </a:r>
                    </a:p>
                  </a:txBody>
                  <a:tcPr anchor="ctr"/>
                </a:tc>
                <a:tc>
                  <a:txBody>
                    <a:bodyPr/>
                    <a:lstStyle/>
                    <a:p>
                      <a:pPr algn="ctr"/>
                      <a:r>
                        <a:rPr lang="en-US" dirty="0">
                          <a:solidFill>
                            <a:schemeClr val="accent2">
                              <a:lumMod val="25000"/>
                            </a:schemeClr>
                          </a:solidFill>
                        </a:rPr>
                        <a:t>Customer acquisition</a:t>
                      </a:r>
                    </a:p>
                  </a:txBody>
                  <a:tcPr anchor="ctr"/>
                </a:tc>
                <a:extLst>
                  <a:ext uri="{0D108BD9-81ED-4DB2-BD59-A6C34878D82A}">
                    <a16:rowId xmlns:a16="http://schemas.microsoft.com/office/drawing/2014/main" val="4251432886"/>
                  </a:ext>
                </a:extLst>
              </a:tr>
              <a:tr h="642215">
                <a:tc>
                  <a:txBody>
                    <a:bodyPr/>
                    <a:lstStyle/>
                    <a:p>
                      <a:pPr algn="ctr"/>
                      <a:r>
                        <a:rPr lang="en-US" dirty="0">
                          <a:solidFill>
                            <a:schemeClr val="accent2">
                              <a:lumMod val="25000"/>
                            </a:schemeClr>
                          </a:solidFill>
                        </a:rPr>
                        <a:t>Q1</a:t>
                      </a:r>
                    </a:p>
                  </a:txBody>
                  <a:tcPr anchor="ctr"/>
                </a:tc>
                <a:tc>
                  <a:txBody>
                    <a:bodyPr/>
                    <a:lstStyle/>
                    <a:p>
                      <a:pPr algn="ctr"/>
                      <a:r>
                        <a:rPr lang="en-US" dirty="0">
                          <a:solidFill>
                            <a:schemeClr val="accent2">
                              <a:lumMod val="25000"/>
                            </a:schemeClr>
                          </a:solidFill>
                        </a:rPr>
                        <a:t>12</a:t>
                      </a:r>
                    </a:p>
                  </a:txBody>
                  <a:tcPr anchor="ctr"/>
                </a:tc>
                <a:tc>
                  <a:txBody>
                    <a:bodyPr/>
                    <a:lstStyle/>
                    <a:p>
                      <a:pPr algn="ctr"/>
                      <a:r>
                        <a:rPr lang="en-US" dirty="0">
                          <a:solidFill>
                            <a:schemeClr val="accent2">
                              <a:lumMod val="25000"/>
                            </a:schemeClr>
                          </a:solidFill>
                        </a:rPr>
                        <a:t>2</a:t>
                      </a:r>
                    </a:p>
                  </a:txBody>
                  <a:tcPr anchor="ctr"/>
                </a:tc>
                <a:tc>
                  <a:txBody>
                    <a:bodyPr/>
                    <a:lstStyle/>
                    <a:p>
                      <a:pPr algn="ctr"/>
                      <a:r>
                        <a:rPr lang="en-US" dirty="0">
                          <a:solidFill>
                            <a:schemeClr val="accent2">
                              <a:lumMod val="25000"/>
                            </a:schemeClr>
                          </a:solidFill>
                        </a:rPr>
                        <a:t>500</a:t>
                      </a:r>
                    </a:p>
                  </a:txBody>
                  <a:tcPr anchor="ctr"/>
                </a:tc>
                <a:extLst>
                  <a:ext uri="{0D108BD9-81ED-4DB2-BD59-A6C34878D82A}">
                    <a16:rowId xmlns:a16="http://schemas.microsoft.com/office/drawing/2014/main" val="360240625"/>
                  </a:ext>
                </a:extLst>
              </a:tr>
              <a:tr h="642215">
                <a:tc>
                  <a:txBody>
                    <a:bodyPr/>
                    <a:lstStyle/>
                    <a:p>
                      <a:pPr algn="ctr"/>
                      <a:r>
                        <a:rPr lang="en-US" dirty="0">
                          <a:solidFill>
                            <a:schemeClr val="accent2">
                              <a:lumMod val="25000"/>
                            </a:schemeClr>
                          </a:solidFill>
                        </a:rPr>
                        <a:t>Q2</a:t>
                      </a:r>
                    </a:p>
                  </a:txBody>
                  <a:tcPr anchor="ctr"/>
                </a:tc>
                <a:tc>
                  <a:txBody>
                    <a:bodyPr/>
                    <a:lstStyle/>
                    <a:p>
                      <a:pPr algn="ctr"/>
                      <a:r>
                        <a:rPr lang="en-US" dirty="0">
                          <a:solidFill>
                            <a:schemeClr val="accent2">
                              <a:lumMod val="25000"/>
                            </a:schemeClr>
                          </a:solidFill>
                        </a:rPr>
                        <a:t>15</a:t>
                      </a:r>
                    </a:p>
                  </a:txBody>
                  <a:tcPr anchor="ctr"/>
                </a:tc>
                <a:tc>
                  <a:txBody>
                    <a:bodyPr/>
                    <a:lstStyle/>
                    <a:p>
                      <a:pPr algn="ctr"/>
                      <a:r>
                        <a:rPr lang="en-US" dirty="0">
                          <a:solidFill>
                            <a:schemeClr val="accent2">
                              <a:lumMod val="25000"/>
                            </a:schemeClr>
                          </a:solidFill>
                        </a:rPr>
                        <a:t>3</a:t>
                      </a:r>
                    </a:p>
                  </a:txBody>
                  <a:tcPr anchor="ctr"/>
                </a:tc>
                <a:tc>
                  <a:txBody>
                    <a:bodyPr/>
                    <a:lstStyle/>
                    <a:p>
                      <a:pPr algn="ctr"/>
                      <a:r>
                        <a:rPr lang="en-US" dirty="0">
                          <a:solidFill>
                            <a:schemeClr val="accent2">
                              <a:lumMod val="25000"/>
                            </a:schemeClr>
                          </a:solidFill>
                        </a:rPr>
                        <a:t>600</a:t>
                      </a:r>
                    </a:p>
                  </a:txBody>
                  <a:tcPr anchor="ctr"/>
                </a:tc>
                <a:extLst>
                  <a:ext uri="{0D108BD9-81ED-4DB2-BD59-A6C34878D82A}">
                    <a16:rowId xmlns:a16="http://schemas.microsoft.com/office/drawing/2014/main" val="2762393470"/>
                  </a:ext>
                </a:extLst>
              </a:tr>
              <a:tr h="642215">
                <a:tc>
                  <a:txBody>
                    <a:bodyPr/>
                    <a:lstStyle/>
                    <a:p>
                      <a:pPr algn="ctr"/>
                      <a:r>
                        <a:rPr lang="en-US" dirty="0">
                          <a:solidFill>
                            <a:schemeClr val="accent2">
                              <a:lumMod val="25000"/>
                            </a:schemeClr>
                          </a:solidFill>
                        </a:rPr>
                        <a:t>Q3</a:t>
                      </a:r>
                    </a:p>
                  </a:txBody>
                  <a:tcPr anchor="ctr"/>
                </a:tc>
                <a:tc>
                  <a:txBody>
                    <a:bodyPr/>
                    <a:lstStyle/>
                    <a:p>
                      <a:pPr algn="ctr"/>
                      <a:r>
                        <a:rPr lang="en-US" dirty="0">
                          <a:solidFill>
                            <a:schemeClr val="accent2">
                              <a:lumMod val="25000"/>
                            </a:schemeClr>
                          </a:solidFill>
                        </a:rPr>
                        <a:t>18</a:t>
                      </a:r>
                    </a:p>
                  </a:txBody>
                  <a:tcPr anchor="ctr"/>
                </a:tc>
                <a:tc>
                  <a:txBody>
                    <a:bodyPr/>
                    <a:lstStyle/>
                    <a:p>
                      <a:pPr algn="ctr"/>
                      <a:r>
                        <a:rPr lang="en-US" dirty="0">
                          <a:solidFill>
                            <a:schemeClr val="accent2">
                              <a:lumMod val="25000"/>
                            </a:schemeClr>
                          </a:solidFill>
                        </a:rPr>
                        <a:t>4</a:t>
                      </a:r>
                    </a:p>
                  </a:txBody>
                  <a:tcPr anchor="ctr"/>
                </a:tc>
                <a:tc>
                  <a:txBody>
                    <a:bodyPr/>
                    <a:lstStyle/>
                    <a:p>
                      <a:pPr algn="ctr"/>
                      <a:r>
                        <a:rPr lang="en-US" dirty="0">
                          <a:solidFill>
                            <a:schemeClr val="accent2">
                              <a:lumMod val="25000"/>
                            </a:schemeClr>
                          </a:solidFill>
                        </a:rPr>
                        <a:t>700</a:t>
                      </a:r>
                    </a:p>
                  </a:txBody>
                  <a:tcPr anchor="ctr"/>
                </a:tc>
                <a:extLst>
                  <a:ext uri="{0D108BD9-81ED-4DB2-BD59-A6C34878D82A}">
                    <a16:rowId xmlns:a16="http://schemas.microsoft.com/office/drawing/2014/main" val="1311364400"/>
                  </a:ext>
                </a:extLst>
              </a:tr>
              <a:tr h="642215">
                <a:tc>
                  <a:txBody>
                    <a:bodyPr/>
                    <a:lstStyle/>
                    <a:p>
                      <a:pPr algn="ctr"/>
                      <a:r>
                        <a:rPr lang="en-US" dirty="0">
                          <a:solidFill>
                            <a:schemeClr val="accent2">
                              <a:lumMod val="25000"/>
                            </a:schemeClr>
                          </a:solidFill>
                        </a:rPr>
                        <a:t>Q4</a:t>
                      </a:r>
                    </a:p>
                  </a:txBody>
                  <a:tcPr anchor="ctr"/>
                </a:tc>
                <a:tc>
                  <a:txBody>
                    <a:bodyPr/>
                    <a:lstStyle/>
                    <a:p>
                      <a:pPr algn="ctr"/>
                      <a:r>
                        <a:rPr lang="en-US" dirty="0">
                          <a:solidFill>
                            <a:schemeClr val="accent2">
                              <a:lumMod val="25000"/>
                            </a:schemeClr>
                          </a:solidFill>
                        </a:rPr>
                        <a:t>20</a:t>
                      </a:r>
                    </a:p>
                  </a:txBody>
                  <a:tcPr anchor="ctr"/>
                </a:tc>
                <a:tc>
                  <a:txBody>
                    <a:bodyPr/>
                    <a:lstStyle/>
                    <a:p>
                      <a:pPr algn="ctr"/>
                      <a:r>
                        <a:rPr lang="en-US" dirty="0">
                          <a:solidFill>
                            <a:schemeClr val="accent2">
                              <a:lumMod val="25000"/>
                            </a:schemeClr>
                          </a:solidFill>
                        </a:rPr>
                        <a:t>5</a:t>
                      </a:r>
                    </a:p>
                  </a:txBody>
                  <a:tcPr anchor="ctr"/>
                </a:tc>
                <a:tc>
                  <a:txBody>
                    <a:bodyPr/>
                    <a:lstStyle/>
                    <a:p>
                      <a:pPr algn="ctr"/>
                      <a:r>
                        <a:rPr lang="en-US" dirty="0">
                          <a:solidFill>
                            <a:schemeClr val="accent2">
                              <a:lumMod val="25000"/>
                            </a:schemeClr>
                          </a:solidFill>
                        </a:rPr>
                        <a:t>800</a:t>
                      </a:r>
                    </a:p>
                  </a:txBody>
                  <a:tcPr anchor="ctr"/>
                </a:tc>
                <a:extLst>
                  <a:ext uri="{0D108BD9-81ED-4DB2-BD59-A6C34878D82A}">
                    <a16:rowId xmlns:a16="http://schemas.microsoft.com/office/drawing/2014/main" val="2526263980"/>
                  </a:ext>
                </a:extLst>
              </a:tr>
            </a:tbl>
          </a:graphicData>
        </a:graphic>
      </p:graphicFrame>
      <p:sp>
        <p:nvSpPr>
          <p:cNvPr id="9" name="Slide Number Placeholder 8">
            <a:extLst>
              <a:ext uri="{FF2B5EF4-FFF2-40B4-BE49-F238E27FC236}">
                <a16:creationId xmlns:a16="http://schemas.microsoft.com/office/drawing/2014/main" id="{DAF3F922-669F-7D93-0C1C-D5B16E3975BF}"/>
              </a:ext>
            </a:extLst>
          </p:cNvPr>
          <p:cNvSpPr>
            <a:spLocks noGrp="1"/>
          </p:cNvSpPr>
          <p:nvPr>
            <p:ph type="sldNum" sz="quarter" idx="12"/>
          </p:nvPr>
        </p:nvSpPr>
        <p:spPr>
          <a:xfrm>
            <a:off x="9375912" y="6563001"/>
            <a:ext cx="2743200" cy="228600"/>
          </a:xfrm>
        </p:spPr>
        <p:txBody>
          <a:bodyPr/>
          <a:lstStyle/>
          <a:p>
            <a:fld id="{CBD12358-51D2-46B3-9BDE-DF29528B9454}" type="slidenum">
              <a:rPr lang="en-US" smtClean="0"/>
              <a:pPr/>
              <a:t>9</a:t>
            </a:fld>
            <a:endParaRPr lang="en-US" dirty="0"/>
          </a:p>
        </p:txBody>
      </p:sp>
    </p:spTree>
    <p:extLst>
      <p:ext uri="{BB962C8B-B14F-4D97-AF65-F5344CB8AC3E}">
        <p14:creationId xmlns:p14="http://schemas.microsoft.com/office/powerpoint/2010/main" val="42599771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FC59F6-9B22-C211-4B4C-A2FD4B914C46}"/>
              </a:ext>
            </a:extLst>
          </p:cNvPr>
          <p:cNvSpPr>
            <a:spLocks noGrp="1"/>
          </p:cNvSpPr>
          <p:nvPr>
            <p:ph type="title"/>
          </p:nvPr>
        </p:nvSpPr>
        <p:spPr>
          <a:xfrm>
            <a:off x="1078992" y="365760"/>
            <a:ext cx="10277856" cy="1655064"/>
          </a:xfrm>
          <a:noFill/>
        </p:spPr>
        <p:txBody>
          <a:bodyPr>
            <a:noAutofit/>
          </a:bodyPr>
          <a:lstStyle/>
          <a:p>
            <a:r>
              <a:rPr lang="en-US" dirty="0"/>
              <a:t>Financial snapshot</a:t>
            </a:r>
          </a:p>
        </p:txBody>
      </p:sp>
      <p:graphicFrame>
        <p:nvGraphicFramePr>
          <p:cNvPr id="4" name="Table Placeholder 3">
            <a:extLst>
              <a:ext uri="{FF2B5EF4-FFF2-40B4-BE49-F238E27FC236}">
                <a16:creationId xmlns:a16="http://schemas.microsoft.com/office/drawing/2014/main" id="{6CB67956-A6C3-FCDF-EC78-F79D90449E96}"/>
              </a:ext>
            </a:extLst>
          </p:cNvPr>
          <p:cNvGraphicFramePr>
            <a:graphicFrameLocks noGrp="1"/>
          </p:cNvGraphicFramePr>
          <p:nvPr>
            <p:ph idx="13"/>
            <p:extLst>
              <p:ext uri="{D42A27DB-BD31-4B8C-83A1-F6EECF244321}">
                <p14:modId xmlns:p14="http://schemas.microsoft.com/office/powerpoint/2010/main" val="384163416"/>
              </p:ext>
            </p:extLst>
          </p:nvPr>
        </p:nvGraphicFramePr>
        <p:xfrm>
          <a:off x="1206500" y="2524125"/>
          <a:ext cx="9720260" cy="3256548"/>
        </p:xfrm>
        <a:graphic>
          <a:graphicData uri="http://schemas.openxmlformats.org/drawingml/2006/table">
            <a:tbl>
              <a:tblPr firstRow="1" bandRow="1">
                <a:tableStyleId>{0E3FDE45-AF77-4B5C-9715-49D594BDF05E}</a:tableStyleId>
              </a:tblPr>
              <a:tblGrid>
                <a:gridCol w="2430065">
                  <a:extLst>
                    <a:ext uri="{9D8B030D-6E8A-4147-A177-3AD203B41FA5}">
                      <a16:colId xmlns:a16="http://schemas.microsoft.com/office/drawing/2014/main" val="130956065"/>
                    </a:ext>
                  </a:extLst>
                </a:gridCol>
                <a:gridCol w="2430065">
                  <a:extLst>
                    <a:ext uri="{9D8B030D-6E8A-4147-A177-3AD203B41FA5}">
                      <a16:colId xmlns:a16="http://schemas.microsoft.com/office/drawing/2014/main" val="2749965458"/>
                    </a:ext>
                  </a:extLst>
                </a:gridCol>
                <a:gridCol w="2430065">
                  <a:extLst>
                    <a:ext uri="{9D8B030D-6E8A-4147-A177-3AD203B41FA5}">
                      <a16:colId xmlns:a16="http://schemas.microsoft.com/office/drawing/2014/main" val="2116711163"/>
                    </a:ext>
                  </a:extLst>
                </a:gridCol>
                <a:gridCol w="2430065">
                  <a:extLst>
                    <a:ext uri="{9D8B030D-6E8A-4147-A177-3AD203B41FA5}">
                      <a16:colId xmlns:a16="http://schemas.microsoft.com/office/drawing/2014/main" val="1186885001"/>
                    </a:ext>
                  </a:extLst>
                </a:gridCol>
              </a:tblGrid>
              <a:tr h="542758">
                <a:tc>
                  <a:txBody>
                    <a:bodyPr/>
                    <a:lstStyle/>
                    <a:p>
                      <a:pPr algn="ctr"/>
                      <a:r>
                        <a:rPr lang="en-US" dirty="0">
                          <a:solidFill>
                            <a:schemeClr val="accent2">
                              <a:lumMod val="25000"/>
                            </a:schemeClr>
                          </a:solidFill>
                        </a:rPr>
                        <a:t>Metric</a:t>
                      </a:r>
                    </a:p>
                  </a:txBody>
                  <a:tcPr anchor="ctr"/>
                </a:tc>
                <a:tc>
                  <a:txBody>
                    <a:bodyPr/>
                    <a:lstStyle/>
                    <a:p>
                      <a:pPr algn="ctr"/>
                      <a:r>
                        <a:rPr lang="en-US" dirty="0">
                          <a:solidFill>
                            <a:schemeClr val="accent2">
                              <a:lumMod val="25000"/>
                            </a:schemeClr>
                          </a:solidFill>
                        </a:rPr>
                        <a:t>Current value</a:t>
                      </a:r>
                    </a:p>
                  </a:txBody>
                  <a:tcPr anchor="ctr"/>
                </a:tc>
                <a:tc>
                  <a:txBody>
                    <a:bodyPr/>
                    <a:lstStyle/>
                    <a:p>
                      <a:pPr algn="ctr"/>
                      <a:r>
                        <a:rPr lang="en-US" dirty="0">
                          <a:solidFill>
                            <a:schemeClr val="accent2">
                              <a:lumMod val="25000"/>
                            </a:schemeClr>
                          </a:solidFill>
                        </a:rPr>
                        <a:t>Previous quarter</a:t>
                      </a:r>
                    </a:p>
                  </a:txBody>
                  <a:tcPr anchor="ctr"/>
                </a:tc>
                <a:tc>
                  <a:txBody>
                    <a:bodyPr/>
                    <a:lstStyle/>
                    <a:p>
                      <a:pPr algn="ctr"/>
                      <a:r>
                        <a:rPr lang="en-US" dirty="0">
                          <a:solidFill>
                            <a:schemeClr val="accent2">
                              <a:lumMod val="25000"/>
                            </a:schemeClr>
                          </a:solidFill>
                        </a:rPr>
                        <a:t>Change (%)</a:t>
                      </a:r>
                    </a:p>
                  </a:txBody>
                  <a:tcPr anchor="ctr"/>
                </a:tc>
                <a:extLst>
                  <a:ext uri="{0D108BD9-81ED-4DB2-BD59-A6C34878D82A}">
                    <a16:rowId xmlns:a16="http://schemas.microsoft.com/office/drawing/2014/main" val="3741017008"/>
                  </a:ext>
                </a:extLst>
              </a:tr>
              <a:tr h="542758">
                <a:tc>
                  <a:txBody>
                    <a:bodyPr/>
                    <a:lstStyle/>
                    <a:p>
                      <a:pPr algn="ctr"/>
                      <a:r>
                        <a:rPr lang="en-US" dirty="0">
                          <a:solidFill>
                            <a:schemeClr val="accent2">
                              <a:lumMod val="25000"/>
                            </a:schemeClr>
                          </a:solidFill>
                        </a:rPr>
                        <a:t>Revenue</a:t>
                      </a:r>
                    </a:p>
                  </a:txBody>
                  <a:tcPr anchor="ctr"/>
                </a:tc>
                <a:tc>
                  <a:txBody>
                    <a:bodyPr/>
                    <a:lstStyle/>
                    <a:p>
                      <a:pPr algn="ctr"/>
                      <a:r>
                        <a:rPr lang="en-US" dirty="0">
                          <a:solidFill>
                            <a:schemeClr val="accent2">
                              <a:lumMod val="25000"/>
                            </a:schemeClr>
                          </a:solidFill>
                        </a:rPr>
                        <a:t>$2,500,000</a:t>
                      </a:r>
                    </a:p>
                  </a:txBody>
                  <a:tcPr anchor="ctr"/>
                </a:tc>
                <a:tc>
                  <a:txBody>
                    <a:bodyPr/>
                    <a:lstStyle/>
                    <a:p>
                      <a:pPr algn="ctr"/>
                      <a:r>
                        <a:rPr lang="en-US" dirty="0">
                          <a:solidFill>
                            <a:schemeClr val="accent2">
                              <a:lumMod val="25000"/>
                            </a:schemeClr>
                          </a:solidFill>
                        </a:rPr>
                        <a:t>$2,200,000</a:t>
                      </a:r>
                    </a:p>
                  </a:txBody>
                  <a:tcPr anchor="ctr"/>
                </a:tc>
                <a:tc>
                  <a:txBody>
                    <a:bodyPr/>
                    <a:lstStyle/>
                    <a:p>
                      <a:pPr algn="ctr"/>
                      <a:r>
                        <a:rPr lang="en-US" dirty="0">
                          <a:solidFill>
                            <a:schemeClr val="accent2">
                              <a:lumMod val="25000"/>
                            </a:schemeClr>
                          </a:solidFill>
                        </a:rPr>
                        <a:t>+14%</a:t>
                      </a:r>
                    </a:p>
                  </a:txBody>
                  <a:tcPr anchor="ctr"/>
                </a:tc>
                <a:extLst>
                  <a:ext uri="{0D108BD9-81ED-4DB2-BD59-A6C34878D82A}">
                    <a16:rowId xmlns:a16="http://schemas.microsoft.com/office/drawing/2014/main" val="511888340"/>
                  </a:ext>
                </a:extLst>
              </a:tr>
              <a:tr h="542758">
                <a:tc>
                  <a:txBody>
                    <a:bodyPr/>
                    <a:lstStyle/>
                    <a:p>
                      <a:pPr algn="ctr"/>
                      <a:r>
                        <a:rPr lang="en-US" dirty="0">
                          <a:solidFill>
                            <a:schemeClr val="accent2">
                              <a:lumMod val="25000"/>
                            </a:schemeClr>
                          </a:solidFill>
                        </a:rPr>
                        <a:t>Operating expenses</a:t>
                      </a:r>
                    </a:p>
                  </a:txBody>
                  <a:tcPr anchor="ctr"/>
                </a:tc>
                <a:tc>
                  <a:txBody>
                    <a:bodyPr/>
                    <a:lstStyle/>
                    <a:p>
                      <a:pPr algn="ctr"/>
                      <a:r>
                        <a:rPr lang="en-US" dirty="0">
                          <a:solidFill>
                            <a:schemeClr val="accent2">
                              <a:lumMod val="25000"/>
                            </a:schemeClr>
                          </a:solidFill>
                        </a:rPr>
                        <a:t>$1,200,000</a:t>
                      </a:r>
                    </a:p>
                  </a:txBody>
                  <a:tcPr anchor="ctr"/>
                </a:tc>
                <a:tc>
                  <a:txBody>
                    <a:bodyPr/>
                    <a:lstStyle/>
                    <a:p>
                      <a:pPr algn="ctr"/>
                      <a:r>
                        <a:rPr lang="en-US" dirty="0">
                          <a:solidFill>
                            <a:schemeClr val="accent2">
                              <a:lumMod val="25000"/>
                            </a:schemeClr>
                          </a:solidFill>
                        </a:rPr>
                        <a:t>$1,400,000</a:t>
                      </a:r>
                    </a:p>
                  </a:txBody>
                  <a:tcPr anchor="ctr"/>
                </a:tc>
                <a:tc>
                  <a:txBody>
                    <a:bodyPr/>
                    <a:lstStyle/>
                    <a:p>
                      <a:pPr algn="ctr"/>
                      <a:r>
                        <a:rPr lang="en-US" dirty="0">
                          <a:solidFill>
                            <a:schemeClr val="accent2">
                              <a:lumMod val="25000"/>
                            </a:schemeClr>
                          </a:solidFill>
                        </a:rPr>
                        <a:t>-14%</a:t>
                      </a:r>
                    </a:p>
                  </a:txBody>
                  <a:tcPr anchor="ctr"/>
                </a:tc>
                <a:extLst>
                  <a:ext uri="{0D108BD9-81ED-4DB2-BD59-A6C34878D82A}">
                    <a16:rowId xmlns:a16="http://schemas.microsoft.com/office/drawing/2014/main" val="3937089168"/>
                  </a:ext>
                </a:extLst>
              </a:tr>
              <a:tr h="542758">
                <a:tc>
                  <a:txBody>
                    <a:bodyPr/>
                    <a:lstStyle/>
                    <a:p>
                      <a:pPr algn="ctr"/>
                      <a:r>
                        <a:rPr lang="en-US" dirty="0">
                          <a:solidFill>
                            <a:schemeClr val="accent2">
                              <a:lumMod val="25000"/>
                            </a:schemeClr>
                          </a:solidFill>
                        </a:rPr>
                        <a:t>Net profit</a:t>
                      </a:r>
                    </a:p>
                  </a:txBody>
                  <a:tcPr anchor="ctr"/>
                </a:tc>
                <a:tc>
                  <a:txBody>
                    <a:bodyPr/>
                    <a:lstStyle/>
                    <a:p>
                      <a:pPr algn="ctr"/>
                      <a:r>
                        <a:rPr lang="en-US" dirty="0">
                          <a:solidFill>
                            <a:schemeClr val="accent2">
                              <a:lumMod val="25000"/>
                            </a:schemeClr>
                          </a:solidFill>
                        </a:rPr>
                        <a:t>$1,000,000</a:t>
                      </a:r>
                    </a:p>
                  </a:txBody>
                  <a:tcPr anchor="ctr"/>
                </a:tc>
                <a:tc>
                  <a:txBody>
                    <a:bodyPr/>
                    <a:lstStyle/>
                    <a:p>
                      <a:pPr algn="ctr"/>
                      <a:r>
                        <a:rPr lang="en-US" dirty="0">
                          <a:solidFill>
                            <a:schemeClr val="accent2">
                              <a:lumMod val="25000"/>
                            </a:schemeClr>
                          </a:solidFill>
                        </a:rPr>
                        <a:t>$800,000</a:t>
                      </a:r>
                    </a:p>
                  </a:txBody>
                  <a:tcPr anchor="ctr"/>
                </a:tc>
                <a:tc>
                  <a:txBody>
                    <a:bodyPr/>
                    <a:lstStyle/>
                    <a:p>
                      <a:pPr algn="ctr"/>
                      <a:r>
                        <a:rPr lang="en-US" dirty="0">
                          <a:solidFill>
                            <a:schemeClr val="accent2">
                              <a:lumMod val="25000"/>
                            </a:schemeClr>
                          </a:solidFill>
                        </a:rPr>
                        <a:t>+25%</a:t>
                      </a:r>
                    </a:p>
                  </a:txBody>
                  <a:tcPr anchor="ctr"/>
                </a:tc>
                <a:extLst>
                  <a:ext uri="{0D108BD9-81ED-4DB2-BD59-A6C34878D82A}">
                    <a16:rowId xmlns:a16="http://schemas.microsoft.com/office/drawing/2014/main" val="1031597798"/>
                  </a:ext>
                </a:extLst>
              </a:tr>
              <a:tr h="542758">
                <a:tc>
                  <a:txBody>
                    <a:bodyPr/>
                    <a:lstStyle/>
                    <a:p>
                      <a:pPr algn="ctr"/>
                      <a:r>
                        <a:rPr lang="en-US" dirty="0">
                          <a:solidFill>
                            <a:schemeClr val="accent2">
                              <a:lumMod val="25000"/>
                            </a:schemeClr>
                          </a:solidFill>
                        </a:rPr>
                        <a:t>Operating margin</a:t>
                      </a:r>
                    </a:p>
                  </a:txBody>
                  <a:tcPr anchor="ctr"/>
                </a:tc>
                <a:tc>
                  <a:txBody>
                    <a:bodyPr/>
                    <a:lstStyle/>
                    <a:p>
                      <a:pPr algn="ctr"/>
                      <a:r>
                        <a:rPr lang="en-US" dirty="0">
                          <a:solidFill>
                            <a:schemeClr val="accent2">
                              <a:lumMod val="25000"/>
                            </a:schemeClr>
                          </a:solidFill>
                        </a:rPr>
                        <a:t>40%</a:t>
                      </a:r>
                    </a:p>
                  </a:txBody>
                  <a:tcPr anchor="ctr"/>
                </a:tc>
                <a:tc>
                  <a:txBody>
                    <a:bodyPr/>
                    <a:lstStyle/>
                    <a:p>
                      <a:pPr algn="ctr"/>
                      <a:r>
                        <a:rPr lang="en-US" dirty="0">
                          <a:solidFill>
                            <a:schemeClr val="accent2">
                              <a:lumMod val="25000"/>
                            </a:schemeClr>
                          </a:solidFill>
                        </a:rPr>
                        <a:t>36%</a:t>
                      </a:r>
                    </a:p>
                  </a:txBody>
                  <a:tcPr anchor="ctr"/>
                </a:tc>
                <a:tc>
                  <a:txBody>
                    <a:bodyPr/>
                    <a:lstStyle/>
                    <a:p>
                      <a:pPr algn="ctr"/>
                      <a:r>
                        <a:rPr lang="en-US" dirty="0">
                          <a:solidFill>
                            <a:schemeClr val="accent2">
                              <a:lumMod val="25000"/>
                            </a:schemeClr>
                          </a:solidFill>
                        </a:rPr>
                        <a:t>+4%</a:t>
                      </a:r>
                    </a:p>
                  </a:txBody>
                  <a:tcPr anchor="ctr"/>
                </a:tc>
                <a:extLst>
                  <a:ext uri="{0D108BD9-81ED-4DB2-BD59-A6C34878D82A}">
                    <a16:rowId xmlns:a16="http://schemas.microsoft.com/office/drawing/2014/main" val="1194376521"/>
                  </a:ext>
                </a:extLst>
              </a:tr>
              <a:tr h="542758">
                <a:tc>
                  <a:txBody>
                    <a:bodyPr/>
                    <a:lstStyle/>
                    <a:p>
                      <a:pPr algn="ctr"/>
                      <a:r>
                        <a:rPr lang="en-US" dirty="0">
                          <a:solidFill>
                            <a:schemeClr val="accent2">
                              <a:lumMod val="25000"/>
                            </a:schemeClr>
                          </a:solidFill>
                        </a:rPr>
                        <a:t>Cash reserves</a:t>
                      </a:r>
                    </a:p>
                  </a:txBody>
                  <a:tcPr anchor="ctr"/>
                </a:tc>
                <a:tc>
                  <a:txBody>
                    <a:bodyPr/>
                    <a:lstStyle/>
                    <a:p>
                      <a:pPr algn="ctr"/>
                      <a:r>
                        <a:rPr lang="en-US" dirty="0">
                          <a:solidFill>
                            <a:schemeClr val="accent2">
                              <a:lumMod val="25000"/>
                            </a:schemeClr>
                          </a:solidFill>
                        </a:rPr>
                        <a:t>$5,000,000</a:t>
                      </a:r>
                    </a:p>
                  </a:txBody>
                  <a:tcPr anchor="ctr"/>
                </a:tc>
                <a:tc>
                  <a:txBody>
                    <a:bodyPr/>
                    <a:lstStyle/>
                    <a:p>
                      <a:pPr algn="ctr"/>
                      <a:r>
                        <a:rPr lang="en-US" dirty="0">
                          <a:solidFill>
                            <a:schemeClr val="accent2">
                              <a:lumMod val="25000"/>
                            </a:schemeClr>
                          </a:solidFill>
                        </a:rPr>
                        <a:t>$4,500,000</a:t>
                      </a:r>
                    </a:p>
                  </a:txBody>
                  <a:tcPr anchor="ctr"/>
                </a:tc>
                <a:tc>
                  <a:txBody>
                    <a:bodyPr/>
                    <a:lstStyle/>
                    <a:p>
                      <a:pPr algn="ctr"/>
                      <a:r>
                        <a:rPr lang="en-US" dirty="0">
                          <a:solidFill>
                            <a:schemeClr val="accent2">
                              <a:lumMod val="25000"/>
                            </a:schemeClr>
                          </a:solidFill>
                        </a:rPr>
                        <a:t>+11%</a:t>
                      </a:r>
                    </a:p>
                  </a:txBody>
                  <a:tcPr anchor="ctr"/>
                </a:tc>
                <a:extLst>
                  <a:ext uri="{0D108BD9-81ED-4DB2-BD59-A6C34878D82A}">
                    <a16:rowId xmlns:a16="http://schemas.microsoft.com/office/drawing/2014/main" val="1918266800"/>
                  </a:ext>
                </a:extLst>
              </a:tr>
            </a:tbl>
          </a:graphicData>
        </a:graphic>
      </p:graphicFrame>
      <p:sp>
        <p:nvSpPr>
          <p:cNvPr id="3" name="Slide Number Placeholder 2">
            <a:extLst>
              <a:ext uri="{FF2B5EF4-FFF2-40B4-BE49-F238E27FC236}">
                <a16:creationId xmlns:a16="http://schemas.microsoft.com/office/drawing/2014/main" id="{CAEAF320-61B9-87FA-4DF5-7C3B0DC125A6}"/>
              </a:ext>
            </a:extLst>
          </p:cNvPr>
          <p:cNvSpPr>
            <a:spLocks noGrp="1"/>
          </p:cNvSpPr>
          <p:nvPr>
            <p:ph type="sldNum" sz="quarter" idx="12"/>
          </p:nvPr>
        </p:nvSpPr>
        <p:spPr>
          <a:xfrm>
            <a:off x="9375912" y="6563001"/>
            <a:ext cx="2743200" cy="228600"/>
          </a:xfrm>
        </p:spPr>
        <p:txBody>
          <a:bodyPr/>
          <a:lstStyle/>
          <a:p>
            <a:fld id="{CBD12358-51D2-46B3-9BDE-DF29528B9454}" type="slidenum">
              <a:rPr lang="en-US" smtClean="0"/>
              <a:pPr/>
              <a:t>10</a:t>
            </a:fld>
            <a:endParaRPr lang="en-US" dirty="0"/>
          </a:p>
        </p:txBody>
      </p:sp>
    </p:spTree>
    <p:extLst>
      <p:ext uri="{BB962C8B-B14F-4D97-AF65-F5344CB8AC3E}">
        <p14:creationId xmlns:p14="http://schemas.microsoft.com/office/powerpoint/2010/main" val="36046306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0034E89-1952-5288-08A0-70A4A73BE39E}"/>
              </a:ext>
            </a:extLst>
          </p:cNvPr>
          <p:cNvSpPr>
            <a:spLocks noGrp="1"/>
          </p:cNvSpPr>
          <p:nvPr>
            <p:ph type="ctrTitle"/>
          </p:nvPr>
        </p:nvSpPr>
        <p:spPr>
          <a:xfrm>
            <a:off x="612648" y="1600200"/>
            <a:ext cx="10991088" cy="3657600"/>
          </a:xfrm>
          <a:noFill/>
        </p:spPr>
        <p:txBody>
          <a:bodyPr anchor="ctr">
            <a:noAutofit/>
          </a:bodyPr>
          <a:lstStyle/>
          <a:p>
            <a:r>
              <a:rPr lang="en-US" dirty="0"/>
              <a:t>Innovative solutions</a:t>
            </a:r>
          </a:p>
        </p:txBody>
      </p:sp>
    </p:spTree>
    <p:extLst>
      <p:ext uri="{BB962C8B-B14F-4D97-AF65-F5344CB8AC3E}">
        <p14:creationId xmlns:p14="http://schemas.microsoft.com/office/powerpoint/2010/main" val="30580855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a:gsLst>
            <a:gs pos="33000">
              <a:schemeClr val="bg2"/>
            </a:gs>
            <a:gs pos="59000">
              <a:schemeClr val="tx2">
                <a:lumMod val="90000"/>
                <a:alpha val="65163"/>
              </a:schemeClr>
            </a:gs>
          </a:gsLst>
          <a:lin ang="138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030A76-B788-B363-104E-266B7C7F7208}"/>
              </a:ext>
            </a:extLst>
          </p:cNvPr>
          <p:cNvSpPr>
            <a:spLocks noGrp="1"/>
          </p:cNvSpPr>
          <p:nvPr>
            <p:ph type="title"/>
          </p:nvPr>
        </p:nvSpPr>
        <p:spPr>
          <a:xfrm>
            <a:off x="1078992" y="365760"/>
            <a:ext cx="10277856" cy="1655064"/>
          </a:xfrm>
          <a:noFill/>
        </p:spPr>
        <p:txBody>
          <a:bodyPr anchor="b">
            <a:noAutofit/>
          </a:bodyPr>
          <a:lstStyle/>
          <a:p>
            <a:r>
              <a:rPr lang="en-US" dirty="0"/>
              <a:t>Future initiatives</a:t>
            </a:r>
          </a:p>
        </p:txBody>
      </p:sp>
      <p:sp>
        <p:nvSpPr>
          <p:cNvPr id="3" name="Content Placeholder 2">
            <a:extLst>
              <a:ext uri="{FF2B5EF4-FFF2-40B4-BE49-F238E27FC236}">
                <a16:creationId xmlns:a16="http://schemas.microsoft.com/office/drawing/2014/main" id="{05948542-FCE1-3AE6-C6C9-17975609DF70}"/>
              </a:ext>
            </a:extLst>
          </p:cNvPr>
          <p:cNvSpPr>
            <a:spLocks noGrp="1"/>
          </p:cNvSpPr>
          <p:nvPr>
            <p:ph idx="1"/>
          </p:nvPr>
        </p:nvSpPr>
        <p:spPr>
          <a:xfrm>
            <a:off x="3575304" y="2441448"/>
            <a:ext cx="3602736" cy="3575304"/>
          </a:xfrm>
          <a:noFill/>
        </p:spPr>
        <p:txBody>
          <a:bodyPr vert="horz" lIns="91440" tIns="45720" rIns="91440" bIns="45720" rtlCol="0" anchor="t">
            <a:normAutofit/>
          </a:bodyPr>
          <a:lstStyle/>
          <a:p>
            <a:r>
              <a:rPr lang="en-US" dirty="0"/>
              <a:t>Product enhancement. Introduce regular updates and features to enhance product offerings.</a:t>
            </a:r>
          </a:p>
          <a:p>
            <a:r>
              <a:rPr lang="en-US" dirty="0"/>
              <a:t>Technology integration. Explore emerging technologies for potential integration into our operations.</a:t>
            </a:r>
          </a:p>
          <a:p>
            <a:r>
              <a:rPr lang="en-US" dirty="0"/>
              <a:t>Collaborative partnerships. Foster collaborations with tech innovators and industry leaders to drive innovation.</a:t>
            </a:r>
          </a:p>
        </p:txBody>
      </p:sp>
      <p:sp>
        <p:nvSpPr>
          <p:cNvPr id="4" name="Content Placeholder 3">
            <a:extLst>
              <a:ext uri="{FF2B5EF4-FFF2-40B4-BE49-F238E27FC236}">
                <a16:creationId xmlns:a16="http://schemas.microsoft.com/office/drawing/2014/main" id="{3EE67564-0457-E486-97D0-8109D2C97B3F}"/>
              </a:ext>
            </a:extLst>
          </p:cNvPr>
          <p:cNvSpPr>
            <a:spLocks noGrp="1"/>
          </p:cNvSpPr>
          <p:nvPr>
            <p:ph idx="13"/>
          </p:nvPr>
        </p:nvSpPr>
        <p:spPr>
          <a:xfrm>
            <a:off x="8293608" y="2441447"/>
            <a:ext cx="3063240" cy="3575303"/>
          </a:xfrm>
          <a:noFill/>
        </p:spPr>
        <p:txBody>
          <a:bodyPr vert="horz" lIns="91440" tIns="45720" rIns="91440" bIns="45720" rtlCol="0" anchor="t">
            <a:normAutofit/>
          </a:bodyPr>
          <a:lstStyle/>
          <a:p>
            <a:r>
              <a:rPr lang="en-US" dirty="0"/>
              <a:t>Green supply chain</a:t>
            </a:r>
          </a:p>
          <a:p>
            <a:r>
              <a:rPr lang="en-US" dirty="0"/>
              <a:t>Reduced carbon footprint</a:t>
            </a:r>
          </a:p>
          <a:p>
            <a:r>
              <a:rPr lang="en-US" dirty="0"/>
              <a:t>Waste reduction</a:t>
            </a:r>
          </a:p>
          <a:p>
            <a:r>
              <a:rPr lang="en-US" dirty="0"/>
              <a:t>Water conservation</a:t>
            </a:r>
          </a:p>
        </p:txBody>
      </p:sp>
      <p:sp>
        <p:nvSpPr>
          <p:cNvPr id="14" name="Slide Number Placeholder 13">
            <a:extLst>
              <a:ext uri="{FF2B5EF4-FFF2-40B4-BE49-F238E27FC236}">
                <a16:creationId xmlns:a16="http://schemas.microsoft.com/office/drawing/2014/main" id="{3F21905C-1BD6-BF3F-5B8B-B9AD53017014}"/>
              </a:ext>
            </a:extLst>
          </p:cNvPr>
          <p:cNvSpPr>
            <a:spLocks noGrp="1"/>
          </p:cNvSpPr>
          <p:nvPr>
            <p:ph type="sldNum" sz="quarter" idx="12"/>
          </p:nvPr>
        </p:nvSpPr>
        <p:spPr>
          <a:xfrm>
            <a:off x="9375912" y="6563001"/>
            <a:ext cx="2743200" cy="228600"/>
          </a:xfrm>
        </p:spPr>
        <p:txBody>
          <a:bodyPr/>
          <a:lstStyle/>
          <a:p>
            <a:fld id="{CBD12358-51D2-46B3-9BDE-DF29528B9454}" type="slidenum">
              <a:rPr lang="en-US" smtClean="0"/>
              <a:pPr/>
              <a:t>12</a:t>
            </a:fld>
            <a:endParaRPr lang="en-US" dirty="0"/>
          </a:p>
        </p:txBody>
      </p:sp>
    </p:spTree>
    <p:extLst>
      <p:ext uri="{BB962C8B-B14F-4D97-AF65-F5344CB8AC3E}">
        <p14:creationId xmlns:p14="http://schemas.microsoft.com/office/powerpoint/2010/main" val="6437779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2A0D7AA-8A21-B977-56ED-94406F29957C}"/>
              </a:ext>
            </a:extLst>
          </p:cNvPr>
          <p:cNvSpPr>
            <a:spLocks noGrp="1"/>
          </p:cNvSpPr>
          <p:nvPr>
            <p:ph type="ctrTitle"/>
          </p:nvPr>
        </p:nvSpPr>
        <p:spPr>
          <a:xfrm>
            <a:off x="797426" y="1350412"/>
            <a:ext cx="9912096" cy="2743200"/>
          </a:xfrm>
          <a:noFill/>
        </p:spPr>
        <p:txBody>
          <a:bodyPr anchor="b">
            <a:noAutofit/>
          </a:bodyPr>
          <a:lstStyle/>
          <a:p>
            <a:r>
              <a:rPr lang="en-US" dirty="0" err="1"/>
              <a:t>Hvala</a:t>
            </a:r>
            <a:r>
              <a:rPr lang="en-US" dirty="0"/>
              <a:t> </a:t>
            </a:r>
            <a:r>
              <a:rPr lang="en-US" dirty="0" err="1"/>
              <a:t>na</a:t>
            </a:r>
            <a:r>
              <a:rPr lang="en-US" dirty="0"/>
              <a:t> </a:t>
            </a:r>
            <a:r>
              <a:rPr lang="en-US" dirty="0" err="1"/>
              <a:t>pažnji</a:t>
            </a:r>
            <a:endParaRPr lang="en-US" dirty="0"/>
          </a:p>
        </p:txBody>
      </p:sp>
      <p:pic>
        <p:nvPicPr>
          <p:cNvPr id="9" name="Picture 8">
            <a:extLst>
              <a:ext uri="{FF2B5EF4-FFF2-40B4-BE49-F238E27FC236}">
                <a16:creationId xmlns:a16="http://schemas.microsoft.com/office/drawing/2014/main" id="{BAEA9ADD-AE9B-4245-AD84-2C1AFF9138FD}"/>
              </a:ext>
            </a:extLst>
          </p:cNvPr>
          <p:cNvPicPr>
            <a:picLocks noChangeAspect="1"/>
          </p:cNvPicPr>
          <p:nvPr/>
        </p:nvPicPr>
        <p:blipFill>
          <a:blip r:embed="rId2"/>
          <a:stretch>
            <a:fillRect/>
          </a:stretch>
        </p:blipFill>
        <p:spPr>
          <a:xfrm>
            <a:off x="9638580" y="2041962"/>
            <a:ext cx="2395269" cy="2395269"/>
          </a:xfrm>
          <a:prstGeom prst="rect">
            <a:avLst/>
          </a:prstGeom>
        </p:spPr>
      </p:pic>
    </p:spTree>
    <p:extLst>
      <p:ext uri="{BB962C8B-B14F-4D97-AF65-F5344CB8AC3E}">
        <p14:creationId xmlns:p14="http://schemas.microsoft.com/office/powerpoint/2010/main" val="3751616652"/>
      </p:ext>
    </p:extLst>
  </p:cSld>
  <p:clrMapOvr>
    <a:masterClrMapping/>
  </p:clrMapOvr>
</p:sld>
</file>

<file path=ppt/theme/theme1.xml><?xml version="1.0" encoding="utf-8"?>
<a:theme xmlns:a="http://schemas.openxmlformats.org/drawingml/2006/main" name="Custom">
  <a:themeElements>
    <a:clrScheme name="Blue spheres">
      <a:dk1>
        <a:srgbClr val="000000"/>
      </a:dk1>
      <a:lt1>
        <a:srgbClr val="FFFFFF"/>
      </a:lt1>
      <a:dk2>
        <a:srgbClr val="E3E7ED"/>
      </a:dk2>
      <a:lt2>
        <a:srgbClr val="E8E8E8"/>
      </a:lt2>
      <a:accent1>
        <a:srgbClr val="7673F7"/>
      </a:accent1>
      <a:accent2>
        <a:srgbClr val="B8C2FD"/>
      </a:accent2>
      <a:accent3>
        <a:srgbClr val="DFE3FC"/>
      </a:accent3>
      <a:accent4>
        <a:srgbClr val="55B3FD"/>
      </a:accent4>
      <a:accent5>
        <a:srgbClr val="99F7F7"/>
      </a:accent5>
      <a:accent6>
        <a:srgbClr val="FEE43F"/>
      </a:accent6>
      <a:hlink>
        <a:srgbClr val="467886"/>
      </a:hlink>
      <a:folHlink>
        <a:srgbClr val="96607D"/>
      </a:folHlink>
    </a:clrScheme>
    <a:fontScheme name="Custom 23">
      <a:majorFont>
        <a:latin typeface="Aptos"/>
        <a:ea typeface=""/>
        <a:cs typeface=""/>
      </a:majorFont>
      <a:minorFont>
        <a:latin typeface="Apto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34076243_win32_CP_V3" id="{81AB0711-29F9-49D0-8A73-16AF25FD4C08}" vid="{D5AD44AB-53B9-4654-A4F8-1821A28F277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9" ma:contentTypeDescription="Create a new document." ma:contentTypeScope="" ma:versionID="6a914531ae0f23be31da2eba1f3b42a9">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ae00154c9e66547f022c4923f88826d6"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EA9B47F-3DD8-4645-81DC-B88780643C07}">
  <ds:schemaRefs>
    <ds:schemaRef ds:uri="http://schemas.microsoft.com/office/2006/metadata/properties"/>
    <ds:schemaRef ds:uri="http://schemas.microsoft.com/office/infopath/2007/PartnerControls"/>
    <ds:schemaRef ds:uri="71af3243-3dd4-4a8d-8c0d-dd76da1f02a5"/>
    <ds:schemaRef ds:uri="http://schemas.microsoft.com/sharepoint/v3"/>
    <ds:schemaRef ds:uri="230e9df3-be65-4c73-a93b-d1236ebd677e"/>
  </ds:schemaRefs>
</ds:datastoreItem>
</file>

<file path=customXml/itemProps2.xml><?xml version="1.0" encoding="utf-8"?>
<ds:datastoreItem xmlns:ds="http://schemas.openxmlformats.org/officeDocument/2006/customXml" ds:itemID="{B0C07E3D-60A7-4F4E-8208-D9CCD01982CB}">
  <ds:schemaRefs>
    <ds:schemaRef ds:uri="http://schemas.microsoft.com/sharepoint/v3/contenttype/forms"/>
  </ds:schemaRefs>
</ds:datastoreItem>
</file>

<file path=customXml/itemProps3.xml><?xml version="1.0" encoding="utf-8"?>
<ds:datastoreItem xmlns:ds="http://schemas.openxmlformats.org/officeDocument/2006/customXml" ds:itemID="{567F3CB5-3475-4129-AB60-D0C937DE910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Blue spheres presentation</Template>
  <TotalTime>260</TotalTime>
  <Words>365</Words>
  <Application>Microsoft Office PowerPoint</Application>
  <PresentationFormat>Widescreen</PresentationFormat>
  <Paragraphs>101</Paragraphs>
  <Slides>13</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Aptos</vt:lpstr>
      <vt:lpstr>Arial</vt:lpstr>
      <vt:lpstr>Calibri</vt:lpstr>
      <vt:lpstr>Times New Roman</vt:lpstr>
      <vt:lpstr>Custom</vt:lpstr>
      <vt:lpstr>PowerPoint Presentation</vt:lpstr>
      <vt:lpstr>Sadržaj</vt:lpstr>
      <vt:lpstr>Strategies for growth</vt:lpstr>
      <vt:lpstr>Current market analysis</vt:lpstr>
      <vt:lpstr>Market expansion</vt:lpstr>
      <vt:lpstr>Product launch</vt:lpstr>
      <vt:lpstr>Marketing strategies</vt:lpstr>
      <vt:lpstr>Financial overview</vt:lpstr>
      <vt:lpstr>Quarterly targets</vt:lpstr>
      <vt:lpstr>Financial snapshot</vt:lpstr>
      <vt:lpstr>Innovative solutions</vt:lpstr>
      <vt:lpstr>Future initiatives</vt:lpstr>
      <vt:lpstr>Hvala na pažnji</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Growth strategies</dc:title>
  <dc:creator>Kristina Joksimović</dc:creator>
  <cp:lastModifiedBy>Kristina Joksimović</cp:lastModifiedBy>
  <cp:revision>6</cp:revision>
  <dcterms:created xsi:type="dcterms:W3CDTF">2025-11-18T19:50:44Z</dcterms:created>
  <dcterms:modified xsi:type="dcterms:W3CDTF">2025-11-19T00:12:01Z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